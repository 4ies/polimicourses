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413" r:id="rId2"/>
    <p:sldId id="375" r:id="rId3"/>
    <p:sldId id="396" r:id="rId4"/>
    <p:sldId id="414" r:id="rId5"/>
    <p:sldId id="444" r:id="rId6"/>
    <p:sldId id="445" r:id="rId7"/>
    <p:sldId id="446" r:id="rId8"/>
    <p:sldId id="447" r:id="rId9"/>
    <p:sldId id="433" r:id="rId10"/>
    <p:sldId id="448" r:id="rId11"/>
    <p:sldId id="449" r:id="rId12"/>
    <p:sldId id="450" r:id="rId13"/>
    <p:sldId id="451" r:id="rId14"/>
    <p:sldId id="452" r:id="rId15"/>
    <p:sldId id="453" r:id="rId16"/>
    <p:sldId id="454" r:id="rId17"/>
    <p:sldId id="455" r:id="rId18"/>
    <p:sldId id="457" r:id="rId19"/>
    <p:sldId id="459" r:id="rId20"/>
    <p:sldId id="460" r:id="rId21"/>
    <p:sldId id="461" r:id="rId22"/>
    <p:sldId id="462" r:id="rId23"/>
    <p:sldId id="465" r:id="rId24"/>
    <p:sldId id="463" r:id="rId25"/>
    <p:sldId id="464" r:id="rId26"/>
    <p:sldId id="466" r:id="rId27"/>
    <p:sldId id="467" r:id="rId28"/>
    <p:sldId id="468" r:id="rId29"/>
    <p:sldId id="469" r:id="rId30"/>
    <p:sldId id="470" r:id="rId31"/>
    <p:sldId id="471" r:id="rId32"/>
    <p:sldId id="472" r:id="rId33"/>
    <p:sldId id="473" r:id="rId34"/>
    <p:sldId id="474" r:id="rId35"/>
    <p:sldId id="475" r:id="rId36"/>
    <p:sldId id="476" r:id="rId37"/>
    <p:sldId id="477" r:id="rId38"/>
    <p:sldId id="478" r:id="rId39"/>
    <p:sldId id="479" r:id="rId40"/>
    <p:sldId id="670" r:id="rId41"/>
    <p:sldId id="671" r:id="rId42"/>
    <p:sldId id="672" r:id="rId43"/>
    <p:sldId id="673" r:id="rId44"/>
    <p:sldId id="674" r:id="rId45"/>
    <p:sldId id="675" r:id="rId46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045CABB-E52F-E442-9206-288852512940}">
          <p14:sldIdLst>
            <p14:sldId id="413"/>
            <p14:sldId id="375"/>
            <p14:sldId id="396"/>
            <p14:sldId id="414"/>
            <p14:sldId id="444"/>
            <p14:sldId id="445"/>
            <p14:sldId id="446"/>
            <p14:sldId id="447"/>
            <p14:sldId id="433"/>
            <p14:sldId id="448"/>
            <p14:sldId id="449"/>
            <p14:sldId id="450"/>
            <p14:sldId id="451"/>
            <p14:sldId id="452"/>
            <p14:sldId id="453"/>
            <p14:sldId id="454"/>
            <p14:sldId id="455"/>
            <p14:sldId id="457"/>
            <p14:sldId id="459"/>
            <p14:sldId id="460"/>
            <p14:sldId id="461"/>
            <p14:sldId id="462"/>
            <p14:sldId id="465"/>
            <p14:sldId id="463"/>
            <p14:sldId id="464"/>
            <p14:sldId id="466"/>
            <p14:sldId id="467"/>
            <p14:sldId id="468"/>
            <p14:sldId id="469"/>
            <p14:sldId id="470"/>
            <p14:sldId id="471"/>
            <p14:sldId id="472"/>
            <p14:sldId id="473"/>
            <p14:sldId id="474"/>
            <p14:sldId id="475"/>
            <p14:sldId id="476"/>
            <p14:sldId id="477"/>
            <p14:sldId id="478"/>
            <p14:sldId id="479"/>
            <p14:sldId id="670"/>
            <p14:sldId id="671"/>
            <p14:sldId id="672"/>
            <p14:sldId id="673"/>
            <p14:sldId id="674"/>
            <p14:sldId id="6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FAA4531-C7F0-1A25-A6D8-4ACB3070EB5D}" name="Elisabetta Di Nitto" initials="EDN" userId="S::10004444@polimi.it::74793f27-d828-489b-9fa1-89209989f427" providerId="AD"/>
  <p188:author id="{DD7F8757-31E2-CB3F-34A5-DAE79209583F}" name="Matteo Giovanni Rossi" initials="MR" userId="S::10143828@polimi.it::162ca183-e2b1-403b-bc55-d44f0285a78f" providerId="AD"/>
  <p188:author id="{7D8891FC-0E04-755D-52CB-59C203256E0A}" name="Matteo Camilli" initials="MC" userId="S::10872745@polimi.it::cafd7e9f-4172-46b2-bc5c-f1a0db49b05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isabetta Di Nitto" initials="ED" lastIdx="2" clrIdx="0">
    <p:extLst>
      <p:ext uri="{19B8F6BF-5375-455C-9EA6-DF929625EA0E}">
        <p15:presenceInfo xmlns:p15="http://schemas.microsoft.com/office/powerpoint/2012/main" userId="S::10004444@polimi.it::74793f27-d828-489b-9fa1-89209989f4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79BFB9-EB8A-9148-81F4-518876829FFB}" v="10" dt="2024-12-17T16:12:28.980"/>
    <p1510:client id="{728010F4-23A6-DFE3-DAF4-665B3579AA11}" v="18" dt="2024-12-17T20:11:18.720"/>
    <p1510:client id="{7A164679-0626-6BA3-031B-296D7AB607F6}" v="11" dt="2024-12-17T20:54:17.428"/>
    <p1510:client id="{FD910A9F-3124-8D60-8961-570205E01329}" v="2" dt="2024-12-17T13:20:25.1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56" Type="http://schemas.microsoft.com/office/2018/10/relationships/authors" Target="authors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sabetta Di Nitto" userId="74793f27-d828-489b-9fa1-89209989f427" providerId="ADAL" clId="{BBB7BE1A-9EC2-DF4E-BCC8-D07199024BAE}"/>
    <pc:docChg chg="">
      <pc:chgData name="Elisabetta Di Nitto" userId="74793f27-d828-489b-9fa1-89209989f427" providerId="ADAL" clId="{BBB7BE1A-9EC2-DF4E-BCC8-D07199024BAE}" dt="2023-12-18T17:28:13.724" v="1" actId="1589"/>
      <pc:docMkLst>
        <pc:docMk/>
      </pc:docMkLst>
      <pc:sldChg chg="addCm">
        <pc:chgData name="Elisabetta Di Nitto" userId="74793f27-d828-489b-9fa1-89209989f427" providerId="ADAL" clId="{BBB7BE1A-9EC2-DF4E-BCC8-D07199024BAE}" dt="2023-12-18T17:25:49.664" v="0" actId="1589"/>
        <pc:sldMkLst>
          <pc:docMk/>
          <pc:sldMk cId="293955803" sldId="396"/>
        </pc:sldMkLst>
      </pc:sldChg>
      <pc:sldChg chg="addCm">
        <pc:chgData name="Elisabetta Di Nitto" userId="74793f27-d828-489b-9fa1-89209989f427" providerId="ADAL" clId="{BBB7BE1A-9EC2-DF4E-BCC8-D07199024BAE}" dt="2023-12-18T17:28:13.724" v="1" actId="1589"/>
        <pc:sldMkLst>
          <pc:docMk/>
          <pc:sldMk cId="1138402938" sldId="433"/>
        </pc:sldMkLst>
      </pc:sldChg>
    </pc:docChg>
  </pc:docChgLst>
  <pc:docChgLst>
    <pc:chgData name="Simone Reale" userId="S::10616980@polimi.it::e44b3247-4236-45d6-9bc9-87030fb0ec28" providerId="AD" clId="Web-{728010F4-23A6-DFE3-DAF4-665B3579AA11}"/>
    <pc:docChg chg="addSld modSld modSection">
      <pc:chgData name="Simone Reale" userId="S::10616980@polimi.it::e44b3247-4236-45d6-9bc9-87030fb0ec28" providerId="AD" clId="Web-{728010F4-23A6-DFE3-DAF4-665B3579AA11}" dt="2024-12-17T20:11:15.486" v="16" actId="20577"/>
      <pc:docMkLst>
        <pc:docMk/>
      </pc:docMkLst>
      <pc:sldChg chg="modSp add">
        <pc:chgData name="Simone Reale" userId="S::10616980@polimi.it::e44b3247-4236-45d6-9bc9-87030fb0ec28" providerId="AD" clId="Web-{728010F4-23A6-DFE3-DAF4-665B3579AA11}" dt="2024-12-17T20:11:15.486" v="16" actId="20577"/>
        <pc:sldMkLst>
          <pc:docMk/>
          <pc:sldMk cId="2610801857" sldId="670"/>
        </pc:sldMkLst>
        <pc:spChg chg="mod">
          <ac:chgData name="Simone Reale" userId="S::10616980@polimi.it::e44b3247-4236-45d6-9bc9-87030fb0ec28" providerId="AD" clId="Web-{728010F4-23A6-DFE3-DAF4-665B3579AA11}" dt="2024-12-17T20:11:15.486" v="16" actId="20577"/>
          <ac:spMkLst>
            <pc:docMk/>
            <pc:sldMk cId="2610801857" sldId="670"/>
            <ac:spMk id="2" creationId="{B2DD1B3D-AE61-C3F6-0AD4-1AD0D89C7861}"/>
          </ac:spMkLst>
        </pc:spChg>
      </pc:sldChg>
      <pc:sldChg chg="add">
        <pc:chgData name="Simone Reale" userId="S::10616980@polimi.it::e44b3247-4236-45d6-9bc9-87030fb0ec28" providerId="AD" clId="Web-{728010F4-23A6-DFE3-DAF4-665B3579AA11}" dt="2024-12-17T20:11:01.767" v="1"/>
        <pc:sldMkLst>
          <pc:docMk/>
          <pc:sldMk cId="771542567" sldId="671"/>
        </pc:sldMkLst>
      </pc:sldChg>
      <pc:sldChg chg="add">
        <pc:chgData name="Simone Reale" userId="S::10616980@polimi.it::e44b3247-4236-45d6-9bc9-87030fb0ec28" providerId="AD" clId="Web-{728010F4-23A6-DFE3-DAF4-665B3579AA11}" dt="2024-12-17T20:11:01.767" v="2"/>
        <pc:sldMkLst>
          <pc:docMk/>
          <pc:sldMk cId="4066663006" sldId="672"/>
        </pc:sldMkLst>
      </pc:sldChg>
      <pc:sldChg chg="add">
        <pc:chgData name="Simone Reale" userId="S::10616980@polimi.it::e44b3247-4236-45d6-9bc9-87030fb0ec28" providerId="AD" clId="Web-{728010F4-23A6-DFE3-DAF4-665B3579AA11}" dt="2024-12-17T20:11:01.782" v="3"/>
        <pc:sldMkLst>
          <pc:docMk/>
          <pc:sldMk cId="1141969542" sldId="673"/>
        </pc:sldMkLst>
      </pc:sldChg>
      <pc:sldChg chg="add">
        <pc:chgData name="Simone Reale" userId="S::10616980@polimi.it::e44b3247-4236-45d6-9bc9-87030fb0ec28" providerId="AD" clId="Web-{728010F4-23A6-DFE3-DAF4-665B3579AA11}" dt="2024-12-17T20:11:01.782" v="4"/>
        <pc:sldMkLst>
          <pc:docMk/>
          <pc:sldMk cId="2781146791" sldId="674"/>
        </pc:sldMkLst>
      </pc:sldChg>
      <pc:sldChg chg="add">
        <pc:chgData name="Simone Reale" userId="S::10616980@polimi.it::e44b3247-4236-45d6-9bc9-87030fb0ec28" providerId="AD" clId="Web-{728010F4-23A6-DFE3-DAF4-665B3579AA11}" dt="2024-12-17T20:11:01.782" v="5"/>
        <pc:sldMkLst>
          <pc:docMk/>
          <pc:sldMk cId="1356988660" sldId="675"/>
        </pc:sldMkLst>
      </pc:sldChg>
    </pc:docChg>
  </pc:docChgLst>
  <pc:docChgLst>
    <pc:chgData name="Matteo Giovanni Rossi" userId="162ca183-e2b1-403b-bc55-d44f0285a78f" providerId="ADAL" clId="{B27E5D37-1818-8849-99EA-71E299169D43}"/>
    <pc:docChg chg="undo custSel addSld delSld modSld modSection">
      <pc:chgData name="Matteo Giovanni Rossi" userId="162ca183-e2b1-403b-bc55-d44f0285a78f" providerId="ADAL" clId="{B27E5D37-1818-8849-99EA-71E299169D43}" dt="2023-12-05T22:51:09.537" v="1563" actId="478"/>
      <pc:docMkLst>
        <pc:docMk/>
      </pc:docMkLst>
      <pc:sldChg chg="modSp mod">
        <pc:chgData name="Matteo Giovanni Rossi" userId="162ca183-e2b1-403b-bc55-d44f0285a78f" providerId="ADAL" clId="{B27E5D37-1818-8849-99EA-71E299169D43}" dt="2023-12-05T22:41:43.352" v="1558" actId="20577"/>
        <pc:sldMkLst>
          <pc:docMk/>
          <pc:sldMk cId="4076051590" sldId="376"/>
        </pc:sldMkLst>
      </pc:sldChg>
      <pc:sldChg chg="mod modShow">
        <pc:chgData name="Matteo Giovanni Rossi" userId="162ca183-e2b1-403b-bc55-d44f0285a78f" providerId="ADAL" clId="{B27E5D37-1818-8849-99EA-71E299169D43}" dt="2023-12-05T22:16:12.374" v="1553" actId="729"/>
        <pc:sldMkLst>
          <pc:docMk/>
          <pc:sldMk cId="3434802114" sldId="377"/>
        </pc:sldMkLst>
      </pc:sldChg>
      <pc:sldChg chg="addSp delSp modSp mod addAnim delAnim modAnim">
        <pc:chgData name="Matteo Giovanni Rossi" userId="162ca183-e2b1-403b-bc55-d44f0285a78f" providerId="ADAL" clId="{B27E5D37-1818-8849-99EA-71E299169D43}" dt="2023-12-05T21:43:04.865" v="1345" actId="20577"/>
        <pc:sldMkLst>
          <pc:docMk/>
          <pc:sldMk cId="1736176003" sldId="378"/>
        </pc:sldMkLst>
      </pc:sldChg>
      <pc:sldChg chg="delSp modSp mod delAnim">
        <pc:chgData name="Matteo Giovanni Rossi" userId="162ca183-e2b1-403b-bc55-d44f0285a78f" providerId="ADAL" clId="{B27E5D37-1818-8849-99EA-71E299169D43}" dt="2023-12-05T21:47:33.631" v="1443" actId="478"/>
        <pc:sldMkLst>
          <pc:docMk/>
          <pc:sldMk cId="1799175548" sldId="379"/>
        </pc:sldMkLst>
      </pc:sldChg>
      <pc:sldChg chg="addSp delSp modSp mod">
        <pc:chgData name="Matteo Giovanni Rossi" userId="162ca183-e2b1-403b-bc55-d44f0285a78f" providerId="ADAL" clId="{B27E5D37-1818-8849-99EA-71E299169D43}" dt="2023-12-05T21:54:27.819" v="1466" actId="20577"/>
        <pc:sldMkLst>
          <pc:docMk/>
          <pc:sldMk cId="4258523877" sldId="380"/>
        </pc:sldMkLst>
      </pc:sldChg>
      <pc:sldChg chg="addSp delSp modSp mod delAnim modAnim">
        <pc:chgData name="Matteo Giovanni Rossi" userId="162ca183-e2b1-403b-bc55-d44f0285a78f" providerId="ADAL" clId="{B27E5D37-1818-8849-99EA-71E299169D43}" dt="2023-12-05T22:14:28.007" v="1550" actId="27636"/>
        <pc:sldMkLst>
          <pc:docMk/>
          <pc:sldMk cId="3660236004" sldId="381"/>
        </pc:sldMkLst>
      </pc:sldChg>
      <pc:sldChg chg="del">
        <pc:chgData name="Matteo Giovanni Rossi" userId="162ca183-e2b1-403b-bc55-d44f0285a78f" providerId="ADAL" clId="{B27E5D37-1818-8849-99EA-71E299169D43}" dt="2023-12-05T21:58:39.019" v="1472" actId="2696"/>
        <pc:sldMkLst>
          <pc:docMk/>
          <pc:sldMk cId="129672379" sldId="382"/>
        </pc:sldMkLst>
      </pc:sldChg>
      <pc:sldChg chg="mod modShow">
        <pc:chgData name="Matteo Giovanni Rossi" userId="162ca183-e2b1-403b-bc55-d44f0285a78f" providerId="ADAL" clId="{B27E5D37-1818-8849-99EA-71E299169D43}" dt="2023-12-05T22:04:56.346" v="1473" actId="729"/>
        <pc:sldMkLst>
          <pc:docMk/>
          <pc:sldMk cId="2386426195" sldId="383"/>
        </pc:sldMkLst>
      </pc:sldChg>
      <pc:sldChg chg="mod modShow">
        <pc:chgData name="Matteo Giovanni Rossi" userId="162ca183-e2b1-403b-bc55-d44f0285a78f" providerId="ADAL" clId="{B27E5D37-1818-8849-99EA-71E299169D43}" dt="2023-12-05T22:05:08.469" v="1474" actId="729"/>
        <pc:sldMkLst>
          <pc:docMk/>
          <pc:sldMk cId="646848033" sldId="384"/>
        </pc:sldMkLst>
      </pc:sldChg>
      <pc:sldChg chg="mod modShow">
        <pc:chgData name="Matteo Giovanni Rossi" userId="162ca183-e2b1-403b-bc55-d44f0285a78f" providerId="ADAL" clId="{B27E5D37-1818-8849-99EA-71E299169D43}" dt="2023-12-05T22:15:51.320" v="1551" actId="729"/>
        <pc:sldMkLst>
          <pc:docMk/>
          <pc:sldMk cId="30270619" sldId="387"/>
        </pc:sldMkLst>
      </pc:sldChg>
      <pc:sldChg chg="mod modShow">
        <pc:chgData name="Matteo Giovanni Rossi" userId="162ca183-e2b1-403b-bc55-d44f0285a78f" providerId="ADAL" clId="{B27E5D37-1818-8849-99EA-71E299169D43}" dt="2023-12-05T22:16:01.849" v="1552" actId="729"/>
        <pc:sldMkLst>
          <pc:docMk/>
          <pc:sldMk cId="3666158235" sldId="389"/>
        </pc:sldMkLst>
      </pc:sldChg>
      <pc:sldChg chg="mod modShow">
        <pc:chgData name="Matteo Giovanni Rossi" userId="162ca183-e2b1-403b-bc55-d44f0285a78f" providerId="ADAL" clId="{B27E5D37-1818-8849-99EA-71E299169D43}" dt="2023-12-05T22:49:41.177" v="1560" actId="729"/>
        <pc:sldMkLst>
          <pc:docMk/>
          <pc:sldMk cId="1964936747" sldId="393"/>
        </pc:sldMkLst>
      </pc:sldChg>
      <pc:sldChg chg="mod modShow">
        <pc:chgData name="Matteo Giovanni Rossi" userId="162ca183-e2b1-403b-bc55-d44f0285a78f" providerId="ADAL" clId="{B27E5D37-1818-8849-99EA-71E299169D43}" dt="2023-12-05T22:49:41.177" v="1560" actId="729"/>
        <pc:sldMkLst>
          <pc:docMk/>
          <pc:sldMk cId="2927891468" sldId="398"/>
        </pc:sldMkLst>
      </pc:sldChg>
      <pc:sldChg chg="mod modShow">
        <pc:chgData name="Matteo Giovanni Rossi" userId="162ca183-e2b1-403b-bc55-d44f0285a78f" providerId="ADAL" clId="{B27E5D37-1818-8849-99EA-71E299169D43}" dt="2023-12-05T22:49:41.177" v="1560" actId="729"/>
        <pc:sldMkLst>
          <pc:docMk/>
          <pc:sldMk cId="2317020301" sldId="399"/>
        </pc:sldMkLst>
      </pc:sldChg>
      <pc:sldChg chg="mod modShow">
        <pc:chgData name="Matteo Giovanni Rossi" userId="162ca183-e2b1-403b-bc55-d44f0285a78f" providerId="ADAL" clId="{B27E5D37-1818-8849-99EA-71E299169D43}" dt="2023-12-05T22:49:41.177" v="1560" actId="729"/>
        <pc:sldMkLst>
          <pc:docMk/>
          <pc:sldMk cId="3560794437" sldId="401"/>
        </pc:sldMkLst>
      </pc:sldChg>
      <pc:sldChg chg="mod modShow">
        <pc:chgData name="Matteo Giovanni Rossi" userId="162ca183-e2b1-403b-bc55-d44f0285a78f" providerId="ADAL" clId="{B27E5D37-1818-8849-99EA-71E299169D43}" dt="2023-12-05T22:49:41.177" v="1560" actId="729"/>
        <pc:sldMkLst>
          <pc:docMk/>
          <pc:sldMk cId="572515254" sldId="402"/>
        </pc:sldMkLst>
      </pc:sldChg>
      <pc:sldChg chg="mod modShow">
        <pc:chgData name="Matteo Giovanni Rossi" userId="162ca183-e2b1-403b-bc55-d44f0285a78f" providerId="ADAL" clId="{B27E5D37-1818-8849-99EA-71E299169D43}" dt="2023-12-05T22:49:41.177" v="1560" actId="729"/>
        <pc:sldMkLst>
          <pc:docMk/>
          <pc:sldMk cId="919186355" sldId="404"/>
        </pc:sldMkLst>
      </pc:sldChg>
      <pc:sldChg chg="mod modShow">
        <pc:chgData name="Matteo Giovanni Rossi" userId="162ca183-e2b1-403b-bc55-d44f0285a78f" providerId="ADAL" clId="{B27E5D37-1818-8849-99EA-71E299169D43}" dt="2023-12-05T22:49:41.177" v="1560" actId="729"/>
        <pc:sldMkLst>
          <pc:docMk/>
          <pc:sldMk cId="267156177" sldId="405"/>
        </pc:sldMkLst>
      </pc:sldChg>
      <pc:sldChg chg="mod modShow">
        <pc:chgData name="Matteo Giovanni Rossi" userId="162ca183-e2b1-403b-bc55-d44f0285a78f" providerId="ADAL" clId="{B27E5D37-1818-8849-99EA-71E299169D43}" dt="2023-12-05T22:49:41.177" v="1560" actId="729"/>
        <pc:sldMkLst>
          <pc:docMk/>
          <pc:sldMk cId="3934552219" sldId="406"/>
        </pc:sldMkLst>
      </pc:sldChg>
      <pc:sldChg chg="mod modShow">
        <pc:chgData name="Matteo Giovanni Rossi" userId="162ca183-e2b1-403b-bc55-d44f0285a78f" providerId="ADAL" clId="{B27E5D37-1818-8849-99EA-71E299169D43}" dt="2023-12-05T22:16:47.648" v="1554" actId="729"/>
        <pc:sldMkLst>
          <pc:docMk/>
          <pc:sldMk cId="4277050342" sldId="409"/>
        </pc:sldMkLst>
      </pc:sldChg>
      <pc:sldChg chg="mod modShow">
        <pc:chgData name="Matteo Giovanni Rossi" userId="162ca183-e2b1-403b-bc55-d44f0285a78f" providerId="ADAL" clId="{B27E5D37-1818-8849-99EA-71E299169D43}" dt="2023-12-05T22:17:02.514" v="1555" actId="729"/>
        <pc:sldMkLst>
          <pc:docMk/>
          <pc:sldMk cId="3745590393" sldId="411"/>
        </pc:sldMkLst>
      </pc:sldChg>
      <pc:sldChg chg="mod modShow">
        <pc:chgData name="Matteo Giovanni Rossi" userId="162ca183-e2b1-403b-bc55-d44f0285a78f" providerId="ADAL" clId="{B27E5D37-1818-8849-99EA-71E299169D43}" dt="2023-12-05T22:18:11.058" v="1556" actId="729"/>
        <pc:sldMkLst>
          <pc:docMk/>
          <pc:sldMk cId="4075647006" sldId="412"/>
        </pc:sldMkLst>
      </pc:sldChg>
      <pc:sldChg chg="mod modShow">
        <pc:chgData name="Matteo Giovanni Rossi" userId="162ca183-e2b1-403b-bc55-d44f0285a78f" providerId="ADAL" clId="{B27E5D37-1818-8849-99EA-71E299169D43}" dt="2023-12-05T22:49:41.177" v="1560" actId="729"/>
        <pc:sldMkLst>
          <pc:docMk/>
          <pc:sldMk cId="2296071944" sldId="414"/>
        </pc:sldMkLst>
      </pc:sldChg>
      <pc:sldChg chg="mod modShow">
        <pc:chgData name="Matteo Giovanni Rossi" userId="162ca183-e2b1-403b-bc55-d44f0285a78f" providerId="ADAL" clId="{B27E5D37-1818-8849-99EA-71E299169D43}" dt="2023-12-05T22:49:41.177" v="1560" actId="729"/>
        <pc:sldMkLst>
          <pc:docMk/>
          <pc:sldMk cId="3140937015" sldId="415"/>
        </pc:sldMkLst>
      </pc:sldChg>
      <pc:sldChg chg="mod modShow">
        <pc:chgData name="Matteo Giovanni Rossi" userId="162ca183-e2b1-403b-bc55-d44f0285a78f" providerId="ADAL" clId="{B27E5D37-1818-8849-99EA-71E299169D43}" dt="2023-12-05T22:49:41.177" v="1560" actId="729"/>
        <pc:sldMkLst>
          <pc:docMk/>
          <pc:sldMk cId="3491213545" sldId="416"/>
        </pc:sldMkLst>
      </pc:sldChg>
      <pc:sldChg chg="mod modShow">
        <pc:chgData name="Matteo Giovanni Rossi" userId="162ca183-e2b1-403b-bc55-d44f0285a78f" providerId="ADAL" clId="{B27E5D37-1818-8849-99EA-71E299169D43}" dt="2023-12-05T22:49:41.177" v="1560" actId="729"/>
        <pc:sldMkLst>
          <pc:docMk/>
          <pc:sldMk cId="3979153118" sldId="417"/>
        </pc:sldMkLst>
      </pc:sldChg>
      <pc:sldChg chg="mod modShow">
        <pc:chgData name="Matteo Giovanni Rossi" userId="162ca183-e2b1-403b-bc55-d44f0285a78f" providerId="ADAL" clId="{B27E5D37-1818-8849-99EA-71E299169D43}" dt="2023-12-05T22:49:41.177" v="1560" actId="729"/>
        <pc:sldMkLst>
          <pc:docMk/>
          <pc:sldMk cId="4254419398" sldId="419"/>
        </pc:sldMkLst>
      </pc:sldChg>
      <pc:sldChg chg="mod modShow">
        <pc:chgData name="Matteo Giovanni Rossi" userId="162ca183-e2b1-403b-bc55-d44f0285a78f" providerId="ADAL" clId="{B27E5D37-1818-8849-99EA-71E299169D43}" dt="2023-12-05T22:49:41.177" v="1560" actId="729"/>
        <pc:sldMkLst>
          <pc:docMk/>
          <pc:sldMk cId="4007506127" sldId="420"/>
        </pc:sldMkLst>
      </pc:sldChg>
      <pc:sldChg chg="mod modShow">
        <pc:chgData name="Matteo Giovanni Rossi" userId="162ca183-e2b1-403b-bc55-d44f0285a78f" providerId="ADAL" clId="{B27E5D37-1818-8849-99EA-71E299169D43}" dt="2023-12-05T22:49:41.177" v="1560" actId="729"/>
        <pc:sldMkLst>
          <pc:docMk/>
          <pc:sldMk cId="4029287427" sldId="421"/>
        </pc:sldMkLst>
      </pc:sldChg>
      <pc:sldChg chg="mod modShow">
        <pc:chgData name="Matteo Giovanni Rossi" userId="162ca183-e2b1-403b-bc55-d44f0285a78f" providerId="ADAL" clId="{B27E5D37-1818-8849-99EA-71E299169D43}" dt="2023-12-05T22:49:41.177" v="1560" actId="729"/>
        <pc:sldMkLst>
          <pc:docMk/>
          <pc:sldMk cId="2259956571" sldId="422"/>
        </pc:sldMkLst>
      </pc:sldChg>
      <pc:sldChg chg="mod modShow">
        <pc:chgData name="Matteo Giovanni Rossi" userId="162ca183-e2b1-403b-bc55-d44f0285a78f" providerId="ADAL" clId="{B27E5D37-1818-8849-99EA-71E299169D43}" dt="2023-12-05T22:49:41.177" v="1560" actId="729"/>
        <pc:sldMkLst>
          <pc:docMk/>
          <pc:sldMk cId="3110435448" sldId="423"/>
        </pc:sldMkLst>
      </pc:sldChg>
      <pc:sldChg chg="modSp mod">
        <pc:chgData name="Matteo Giovanni Rossi" userId="162ca183-e2b1-403b-bc55-d44f0285a78f" providerId="ADAL" clId="{B27E5D37-1818-8849-99EA-71E299169D43}" dt="2023-12-05T22:49:14.408" v="1559" actId="255"/>
        <pc:sldMkLst>
          <pc:docMk/>
          <pc:sldMk cId="480535774" sldId="425"/>
        </pc:sldMkLst>
      </pc:sldChg>
      <pc:sldChg chg="mod modShow">
        <pc:chgData name="Matteo Giovanni Rossi" userId="162ca183-e2b1-403b-bc55-d44f0285a78f" providerId="ADAL" clId="{B27E5D37-1818-8849-99EA-71E299169D43}" dt="2023-12-05T22:05:08.469" v="1474" actId="729"/>
        <pc:sldMkLst>
          <pc:docMk/>
          <pc:sldMk cId="404777726" sldId="426"/>
        </pc:sldMkLst>
      </pc:sldChg>
      <pc:sldChg chg="delSp mod">
        <pc:chgData name="Matteo Giovanni Rossi" userId="162ca183-e2b1-403b-bc55-d44f0285a78f" providerId="ADAL" clId="{B27E5D37-1818-8849-99EA-71E299169D43}" dt="2023-12-05T22:51:09.537" v="1563" actId="478"/>
        <pc:sldMkLst>
          <pc:docMk/>
          <pc:sldMk cId="372910835" sldId="427"/>
        </pc:sldMkLst>
      </pc:sldChg>
      <pc:sldChg chg="delSp modSp add mod modCm">
        <pc:chgData name="Matteo Giovanni Rossi" userId="162ca183-e2b1-403b-bc55-d44f0285a78f" providerId="ADAL" clId="{B27E5D37-1818-8849-99EA-71E299169D43}" dt="2023-12-05T20:39:05.116" v="1249" actId="20577"/>
        <pc:sldMkLst>
          <pc:docMk/>
          <pc:sldMk cId="2795741211" sldId="43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atteo Giovanni Rossi" userId="162ca183-e2b1-403b-bc55-d44f0285a78f" providerId="ADAL" clId="{B27E5D37-1818-8849-99EA-71E299169D43}" dt="2023-12-05T20:39:05.116" v="1249" actId="20577"/>
              <pc2:cmMkLst xmlns:pc2="http://schemas.microsoft.com/office/powerpoint/2019/9/main/command">
                <pc:docMk/>
                <pc:sldMk cId="2795741211" sldId="430"/>
                <pc2:cmMk id="{D51784BF-DE33-454E-905C-7F986F6FFACF}"/>
              </pc2:cmMkLst>
            </pc226:cmChg>
          </p:ext>
        </pc:extLst>
      </pc:sldChg>
      <pc:sldChg chg="modSp add mod">
        <pc:chgData name="Matteo Giovanni Rossi" userId="162ca183-e2b1-403b-bc55-d44f0285a78f" providerId="ADAL" clId="{B27E5D37-1818-8849-99EA-71E299169D43}" dt="2023-12-05T18:04:08.858" v="1236" actId="20577"/>
        <pc:sldMkLst>
          <pc:docMk/>
          <pc:sldMk cId="2591743948" sldId="431"/>
        </pc:sldMkLst>
      </pc:sldChg>
      <pc:sldChg chg="addSp modSp add del mod modAnim">
        <pc:chgData name="Matteo Giovanni Rossi" userId="162ca183-e2b1-403b-bc55-d44f0285a78f" providerId="ADAL" clId="{B27E5D37-1818-8849-99EA-71E299169D43}" dt="2023-12-05T21:00:15.779" v="1292" actId="2696"/>
        <pc:sldMkLst>
          <pc:docMk/>
          <pc:sldMk cId="2912032234" sldId="432"/>
        </pc:sldMkLst>
      </pc:sldChg>
      <pc:sldChg chg="modSp mod">
        <pc:chgData name="Matteo Giovanni Rossi" userId="162ca183-e2b1-403b-bc55-d44f0285a78f" providerId="ADAL" clId="{B27E5D37-1818-8849-99EA-71E299169D43}" dt="2023-12-05T22:12:11.475" v="1528" actId="20577"/>
        <pc:sldMkLst>
          <pc:docMk/>
          <pc:sldMk cId="2545012336" sldId="433"/>
        </pc:sldMkLst>
      </pc:sldChg>
      <pc:sldChg chg="modSp mod">
        <pc:chgData name="Matteo Giovanni Rossi" userId="162ca183-e2b1-403b-bc55-d44f0285a78f" providerId="ADAL" clId="{B27E5D37-1818-8849-99EA-71E299169D43}" dt="2023-12-05T20:59:11.945" v="1291" actId="20577"/>
        <pc:sldMkLst>
          <pc:docMk/>
          <pc:sldMk cId="3762648555" sldId="434"/>
        </pc:sldMkLst>
      </pc:sldChg>
    </pc:docChg>
  </pc:docChgLst>
  <pc:docChgLst>
    <pc:chgData name="Livia Lestingi" userId="S::10388003@polimi.it::94e409d1-1a7a-4cf2-85c9-5d348c434b0d" providerId="AD" clId="Web-{408273FB-1ACC-2D28-1ACF-2AA313A1643F}"/>
    <pc:docChg chg="modSld">
      <pc:chgData name="Livia Lestingi" userId="S::10388003@polimi.it::94e409d1-1a7a-4cf2-85c9-5d348c434b0d" providerId="AD" clId="Web-{408273FB-1ACC-2D28-1ACF-2AA313A1643F}" dt="2023-12-12T13:32:14.141" v="19" actId="20577"/>
      <pc:docMkLst>
        <pc:docMk/>
      </pc:docMkLst>
      <pc:sldChg chg="modSp">
        <pc:chgData name="Livia Lestingi" userId="S::10388003@polimi.it::94e409d1-1a7a-4cf2-85c9-5d348c434b0d" providerId="AD" clId="Web-{408273FB-1ACC-2D28-1ACF-2AA313A1643F}" dt="2023-12-12T13:02:57.567" v="4" actId="20577"/>
        <pc:sldMkLst>
          <pc:docMk/>
          <pc:sldMk cId="293955803" sldId="396"/>
        </pc:sldMkLst>
      </pc:sldChg>
      <pc:sldChg chg="modSp">
        <pc:chgData name="Livia Lestingi" userId="S::10388003@polimi.it::94e409d1-1a7a-4cf2-85c9-5d348c434b0d" providerId="AD" clId="Web-{408273FB-1ACC-2D28-1ACF-2AA313A1643F}" dt="2023-12-12T13:27:11.342" v="8" actId="20577"/>
        <pc:sldMkLst>
          <pc:docMk/>
          <pc:sldMk cId="1599013565" sldId="416"/>
        </pc:sldMkLst>
      </pc:sldChg>
      <pc:sldChg chg="delSp modSp">
        <pc:chgData name="Livia Lestingi" userId="S::10388003@polimi.it::94e409d1-1a7a-4cf2-85c9-5d348c434b0d" providerId="AD" clId="Web-{408273FB-1ACC-2D28-1ACF-2AA313A1643F}" dt="2023-12-12T13:28:09.705" v="11"/>
        <pc:sldMkLst>
          <pc:docMk/>
          <pc:sldMk cId="3226134216" sldId="417"/>
        </pc:sldMkLst>
      </pc:sldChg>
      <pc:sldChg chg="delSp">
        <pc:chgData name="Livia Lestingi" userId="S::10388003@polimi.it::94e409d1-1a7a-4cf2-85c9-5d348c434b0d" providerId="AD" clId="Web-{408273FB-1ACC-2D28-1ACF-2AA313A1643F}" dt="2023-12-12T13:30:18.259" v="14"/>
        <pc:sldMkLst>
          <pc:docMk/>
          <pc:sldMk cId="693182081" sldId="418"/>
        </pc:sldMkLst>
      </pc:sldChg>
      <pc:sldChg chg="delSp">
        <pc:chgData name="Livia Lestingi" userId="S::10388003@polimi.it::94e409d1-1a7a-4cf2-85c9-5d348c434b0d" providerId="AD" clId="Web-{408273FB-1ACC-2D28-1ACF-2AA313A1643F}" dt="2023-12-12T13:30:41.151" v="17"/>
        <pc:sldMkLst>
          <pc:docMk/>
          <pc:sldMk cId="4252277335" sldId="419"/>
        </pc:sldMkLst>
      </pc:sldChg>
      <pc:sldChg chg="modSp">
        <pc:chgData name="Livia Lestingi" userId="S::10388003@polimi.it::94e409d1-1a7a-4cf2-85c9-5d348c434b0d" providerId="AD" clId="Web-{408273FB-1ACC-2D28-1ACF-2AA313A1643F}" dt="2023-12-12T13:32:14.141" v="19" actId="20577"/>
        <pc:sldMkLst>
          <pc:docMk/>
          <pc:sldMk cId="1528706195" sldId="435"/>
        </pc:sldMkLst>
      </pc:sldChg>
    </pc:docChg>
  </pc:docChgLst>
  <pc:docChgLst>
    <pc:chgData name="Livia Lestingi" userId="S::10388003@polimi.it::94e409d1-1a7a-4cf2-85c9-5d348c434b0d" providerId="AD" clId="Web-{02ED7363-669C-F2E8-7E42-BD4198074E0F}"/>
    <pc:docChg chg="modSld">
      <pc:chgData name="Livia Lestingi" userId="S::10388003@polimi.it::94e409d1-1a7a-4cf2-85c9-5d348c434b0d" providerId="AD" clId="Web-{02ED7363-669C-F2E8-7E42-BD4198074E0F}" dt="2023-12-13T17:50:58.818" v="13" actId="20577"/>
      <pc:docMkLst>
        <pc:docMk/>
      </pc:docMkLst>
      <pc:sldChg chg="modSp">
        <pc:chgData name="Livia Lestingi" userId="S::10388003@polimi.it::94e409d1-1a7a-4cf2-85c9-5d348c434b0d" providerId="AD" clId="Web-{02ED7363-669C-F2E8-7E42-BD4198074E0F}" dt="2023-12-13T17:50:35.177" v="3" actId="20577"/>
        <pc:sldMkLst>
          <pc:docMk/>
          <pc:sldMk cId="2311935797" sldId="427"/>
        </pc:sldMkLst>
      </pc:sldChg>
      <pc:sldChg chg="modSp">
        <pc:chgData name="Livia Lestingi" userId="S::10388003@polimi.it::94e409d1-1a7a-4cf2-85c9-5d348c434b0d" providerId="AD" clId="Web-{02ED7363-669C-F2E8-7E42-BD4198074E0F}" dt="2023-12-13T17:50:58.818" v="13" actId="20577"/>
        <pc:sldMkLst>
          <pc:docMk/>
          <pc:sldMk cId="2247099194" sldId="428"/>
        </pc:sldMkLst>
      </pc:sldChg>
    </pc:docChg>
  </pc:docChgLst>
  <pc:docChgLst>
    <pc:chgData name="Matteo Giovanni Rossi" userId="162ca183-e2b1-403b-bc55-d44f0285a78f" providerId="ADAL" clId="{C1E85398-7C42-3043-A81A-5FD07580A718}"/>
    <pc:docChg chg="undo custSel addSld delSld modSld modSection">
      <pc:chgData name="Matteo Giovanni Rossi" userId="162ca183-e2b1-403b-bc55-d44f0285a78f" providerId="ADAL" clId="{C1E85398-7C42-3043-A81A-5FD07580A718}" dt="2023-12-13T17:36:21.226" v="1601" actId="14100"/>
      <pc:docMkLst>
        <pc:docMk/>
      </pc:docMkLst>
      <pc:sldChg chg="modSp mod">
        <pc:chgData name="Matteo Giovanni Rossi" userId="162ca183-e2b1-403b-bc55-d44f0285a78f" providerId="ADAL" clId="{C1E85398-7C42-3043-A81A-5FD07580A718}" dt="2023-12-12T12:50:54.997" v="474" actId="20577"/>
        <pc:sldMkLst>
          <pc:docMk/>
          <pc:sldMk cId="293955803" sldId="396"/>
        </pc:sldMkLst>
      </pc:sldChg>
      <pc:sldChg chg="modAnim">
        <pc:chgData name="Matteo Giovanni Rossi" userId="162ca183-e2b1-403b-bc55-d44f0285a78f" providerId="ADAL" clId="{C1E85398-7C42-3043-A81A-5FD07580A718}" dt="2023-12-12T11:03:49.501" v="13"/>
        <pc:sldMkLst>
          <pc:docMk/>
          <pc:sldMk cId="1808607850" sldId="414"/>
        </pc:sldMkLst>
      </pc:sldChg>
      <pc:sldChg chg="modAnim">
        <pc:chgData name="Matteo Giovanni Rossi" userId="162ca183-e2b1-403b-bc55-d44f0285a78f" providerId="ADAL" clId="{C1E85398-7C42-3043-A81A-5FD07580A718}" dt="2023-12-12T11:06:26.962" v="15"/>
        <pc:sldMkLst>
          <pc:docMk/>
          <pc:sldMk cId="3834554707" sldId="415"/>
        </pc:sldMkLst>
      </pc:sldChg>
      <pc:sldChg chg="modSp mod">
        <pc:chgData name="Matteo Giovanni Rossi" userId="162ca183-e2b1-403b-bc55-d44f0285a78f" providerId="ADAL" clId="{C1E85398-7C42-3043-A81A-5FD07580A718}" dt="2023-12-12T12:51:34.031" v="499" actId="1035"/>
        <pc:sldMkLst>
          <pc:docMk/>
          <pc:sldMk cId="1599013565" sldId="416"/>
        </pc:sldMkLst>
      </pc:sldChg>
      <pc:sldChg chg="addSp modSp mod">
        <pc:chgData name="Matteo Giovanni Rossi" userId="162ca183-e2b1-403b-bc55-d44f0285a78f" providerId="ADAL" clId="{C1E85398-7C42-3043-A81A-5FD07580A718}" dt="2023-12-12T12:14:43.338" v="204" actId="164"/>
        <pc:sldMkLst>
          <pc:docMk/>
          <pc:sldMk cId="3226134216" sldId="417"/>
        </pc:sldMkLst>
      </pc:sldChg>
      <pc:sldChg chg="addSp delSp modSp mod modAnim">
        <pc:chgData name="Matteo Giovanni Rossi" userId="162ca183-e2b1-403b-bc55-d44f0285a78f" providerId="ADAL" clId="{C1E85398-7C42-3043-A81A-5FD07580A718}" dt="2023-12-12T13:45:37.815" v="547" actId="1036"/>
        <pc:sldMkLst>
          <pc:docMk/>
          <pc:sldMk cId="693182081" sldId="418"/>
        </pc:sldMkLst>
      </pc:sldChg>
      <pc:sldChg chg="addSp delSp modSp mod modAnim">
        <pc:chgData name="Matteo Giovanni Rossi" userId="162ca183-e2b1-403b-bc55-d44f0285a78f" providerId="ADAL" clId="{C1E85398-7C42-3043-A81A-5FD07580A718}" dt="2023-12-12T13:43:46.203" v="545" actId="1076"/>
        <pc:sldMkLst>
          <pc:docMk/>
          <pc:sldMk cId="4252277335" sldId="419"/>
        </pc:sldMkLst>
      </pc:sldChg>
      <pc:sldChg chg="modSp del mod">
        <pc:chgData name="Matteo Giovanni Rossi" userId="162ca183-e2b1-403b-bc55-d44f0285a78f" providerId="ADAL" clId="{C1E85398-7C42-3043-A81A-5FD07580A718}" dt="2023-12-12T12:44:46.071" v="433" actId="2696"/>
        <pc:sldMkLst>
          <pc:docMk/>
          <pc:sldMk cId="2326246863" sldId="420"/>
        </pc:sldMkLst>
      </pc:sldChg>
      <pc:sldChg chg="del">
        <pc:chgData name="Matteo Giovanni Rossi" userId="162ca183-e2b1-403b-bc55-d44f0285a78f" providerId="ADAL" clId="{C1E85398-7C42-3043-A81A-5FD07580A718}" dt="2023-12-12T12:43:27.355" v="424" actId="2696"/>
        <pc:sldMkLst>
          <pc:docMk/>
          <pc:sldMk cId="518869562" sldId="421"/>
        </pc:sldMkLst>
      </pc:sldChg>
      <pc:sldChg chg="del">
        <pc:chgData name="Matteo Giovanni Rossi" userId="162ca183-e2b1-403b-bc55-d44f0285a78f" providerId="ADAL" clId="{C1E85398-7C42-3043-A81A-5FD07580A718}" dt="2023-12-12T12:43:58.038" v="428" actId="2696"/>
        <pc:sldMkLst>
          <pc:docMk/>
          <pc:sldMk cId="2535641928" sldId="422"/>
        </pc:sldMkLst>
      </pc:sldChg>
      <pc:sldChg chg="modSp mod">
        <pc:chgData name="Matteo Giovanni Rossi" userId="162ca183-e2b1-403b-bc55-d44f0285a78f" providerId="ADAL" clId="{C1E85398-7C42-3043-A81A-5FD07580A718}" dt="2023-12-12T14:54:18.699" v="1564"/>
        <pc:sldMkLst>
          <pc:docMk/>
          <pc:sldMk cId="1664891861" sldId="423"/>
        </pc:sldMkLst>
      </pc:sldChg>
      <pc:sldChg chg="addSp delSp modSp mod">
        <pc:chgData name="Matteo Giovanni Rossi" userId="162ca183-e2b1-403b-bc55-d44f0285a78f" providerId="ADAL" clId="{C1E85398-7C42-3043-A81A-5FD07580A718}" dt="2023-12-12T14:54:10.191" v="1563"/>
        <pc:sldMkLst>
          <pc:docMk/>
          <pc:sldMk cId="1952324573" sldId="424"/>
        </pc:sldMkLst>
      </pc:sldChg>
      <pc:sldChg chg="modSp mod modAnim">
        <pc:chgData name="Matteo Giovanni Rossi" userId="162ca183-e2b1-403b-bc55-d44f0285a78f" providerId="ADAL" clId="{C1E85398-7C42-3043-A81A-5FD07580A718}" dt="2023-12-13T14:45:36.865" v="1597" actId="20577"/>
        <pc:sldMkLst>
          <pc:docMk/>
          <pc:sldMk cId="1743272667" sldId="425"/>
        </pc:sldMkLst>
      </pc:sldChg>
      <pc:sldChg chg="addSp delSp modSp mod delAnim modAnim">
        <pc:chgData name="Matteo Giovanni Rossi" userId="162ca183-e2b1-403b-bc55-d44f0285a78f" providerId="ADAL" clId="{C1E85398-7C42-3043-A81A-5FD07580A718}" dt="2023-12-12T14:37:37.918" v="1399" actId="20577"/>
        <pc:sldMkLst>
          <pc:docMk/>
          <pc:sldMk cId="1753078030" sldId="426"/>
        </pc:sldMkLst>
      </pc:sldChg>
      <pc:sldChg chg="addSp delSp modSp mod">
        <pc:chgData name="Matteo Giovanni Rossi" userId="162ca183-e2b1-403b-bc55-d44f0285a78f" providerId="ADAL" clId="{C1E85398-7C42-3043-A81A-5FD07580A718}" dt="2023-12-13T17:36:06.226" v="1599" actId="14100"/>
        <pc:sldMkLst>
          <pc:docMk/>
          <pc:sldMk cId="2311935797" sldId="427"/>
        </pc:sldMkLst>
      </pc:sldChg>
      <pc:sldChg chg="addSp delSp modSp mod">
        <pc:chgData name="Matteo Giovanni Rossi" userId="162ca183-e2b1-403b-bc55-d44f0285a78f" providerId="ADAL" clId="{C1E85398-7C42-3043-A81A-5FD07580A718}" dt="2023-12-13T17:36:21.226" v="1601" actId="14100"/>
        <pc:sldMkLst>
          <pc:docMk/>
          <pc:sldMk cId="2247099194" sldId="428"/>
        </pc:sldMkLst>
      </pc:sldChg>
      <pc:sldChg chg="modSp mod">
        <pc:chgData name="Matteo Giovanni Rossi" userId="162ca183-e2b1-403b-bc55-d44f0285a78f" providerId="ADAL" clId="{C1E85398-7C42-3043-A81A-5FD07580A718}" dt="2023-12-12T15:09:09.156" v="1579" actId="20577"/>
        <pc:sldMkLst>
          <pc:docMk/>
          <pc:sldMk cId="2055292615" sldId="430"/>
        </pc:sldMkLst>
      </pc:sldChg>
      <pc:sldChg chg="modSp mod modAnim">
        <pc:chgData name="Matteo Giovanni Rossi" userId="162ca183-e2b1-403b-bc55-d44f0285a78f" providerId="ADAL" clId="{C1E85398-7C42-3043-A81A-5FD07580A718}" dt="2023-12-12T14:55:20.607" v="1569" actId="20577"/>
        <pc:sldMkLst>
          <pc:docMk/>
          <pc:sldMk cId="3657493767" sldId="431"/>
        </pc:sldMkLst>
      </pc:sldChg>
      <pc:sldChg chg="modSp mod modAnim">
        <pc:chgData name="Matteo Giovanni Rossi" userId="162ca183-e2b1-403b-bc55-d44f0285a78f" providerId="ADAL" clId="{C1E85398-7C42-3043-A81A-5FD07580A718}" dt="2023-12-12T14:55:48.590" v="1572" actId="20577"/>
        <pc:sldMkLst>
          <pc:docMk/>
          <pc:sldMk cId="2931044143" sldId="432"/>
        </pc:sldMkLst>
      </pc:sldChg>
      <pc:sldChg chg="modSp mod">
        <pc:chgData name="Matteo Giovanni Rossi" userId="162ca183-e2b1-403b-bc55-d44f0285a78f" providerId="ADAL" clId="{C1E85398-7C42-3043-A81A-5FD07580A718}" dt="2023-12-12T12:50:49.798" v="473" actId="20577"/>
        <pc:sldMkLst>
          <pc:docMk/>
          <pc:sldMk cId="1138402938" sldId="433"/>
        </pc:sldMkLst>
      </pc:sldChg>
      <pc:sldChg chg="addSp delSp modSp mod">
        <pc:chgData name="Matteo Giovanni Rossi" userId="162ca183-e2b1-403b-bc55-d44f0285a78f" providerId="ADAL" clId="{C1E85398-7C42-3043-A81A-5FD07580A718}" dt="2023-12-12T11:10:03.006" v="69" actId="164"/>
        <pc:sldMkLst>
          <pc:docMk/>
          <pc:sldMk cId="3568869608" sldId="434"/>
        </pc:sldMkLst>
      </pc:sldChg>
      <pc:sldChg chg="addSp delSp modSp mod modAnim">
        <pc:chgData name="Matteo Giovanni Rossi" userId="162ca183-e2b1-403b-bc55-d44f0285a78f" providerId="ADAL" clId="{C1E85398-7C42-3043-A81A-5FD07580A718}" dt="2023-12-13T14:39:50.036" v="1580"/>
        <pc:sldMkLst>
          <pc:docMk/>
          <pc:sldMk cId="1528706195" sldId="435"/>
        </pc:sldMkLst>
      </pc:sldChg>
      <pc:sldChg chg="modAnim">
        <pc:chgData name="Matteo Giovanni Rossi" userId="162ca183-e2b1-403b-bc55-d44f0285a78f" providerId="ADAL" clId="{C1E85398-7C42-3043-A81A-5FD07580A718}" dt="2023-12-12T11:19:25.609" v="112"/>
        <pc:sldMkLst>
          <pc:docMk/>
          <pc:sldMk cId="493055845" sldId="436"/>
        </pc:sldMkLst>
      </pc:sldChg>
      <pc:sldChg chg="add del mod modShow">
        <pc:chgData name="Matteo Giovanni Rossi" userId="162ca183-e2b1-403b-bc55-d44f0285a78f" providerId="ADAL" clId="{C1E85398-7C42-3043-A81A-5FD07580A718}" dt="2023-12-12T12:45:53.066" v="436" actId="2696"/>
        <pc:sldMkLst>
          <pc:docMk/>
          <pc:sldMk cId="232938689" sldId="437"/>
        </pc:sldMkLst>
      </pc:sldChg>
      <pc:sldChg chg="add del mod modShow">
        <pc:chgData name="Matteo Giovanni Rossi" userId="162ca183-e2b1-403b-bc55-d44f0285a78f" providerId="ADAL" clId="{C1E85398-7C42-3043-A81A-5FD07580A718}" dt="2023-12-12T12:45:50.424" v="435" actId="2696"/>
        <pc:sldMkLst>
          <pc:docMk/>
          <pc:sldMk cId="1719306799" sldId="438"/>
        </pc:sldMkLst>
      </pc:sldChg>
      <pc:sldChg chg="addSp delSp modSp add mod">
        <pc:chgData name="Matteo Giovanni Rossi" userId="162ca183-e2b1-403b-bc55-d44f0285a78f" providerId="ADAL" clId="{C1E85398-7C42-3043-A81A-5FD07580A718}" dt="2023-12-12T12:43:08.984" v="423" actId="14100"/>
        <pc:sldMkLst>
          <pc:docMk/>
          <pc:sldMk cId="2399443117" sldId="439"/>
        </pc:sldMkLst>
      </pc:sldChg>
      <pc:sldChg chg="modSp add mod">
        <pc:chgData name="Matteo Giovanni Rossi" userId="162ca183-e2b1-403b-bc55-d44f0285a78f" providerId="ADAL" clId="{C1E85398-7C42-3043-A81A-5FD07580A718}" dt="2023-12-12T12:45:04.164" v="434" actId="14100"/>
        <pc:sldMkLst>
          <pc:docMk/>
          <pc:sldMk cId="1839003998" sldId="440"/>
        </pc:sldMkLst>
      </pc:sldChg>
      <pc:sldChg chg="addSp delSp modSp add mod">
        <pc:chgData name="Matteo Giovanni Rossi" userId="162ca183-e2b1-403b-bc55-d44f0285a78f" providerId="ADAL" clId="{C1E85398-7C42-3043-A81A-5FD07580A718}" dt="2023-12-12T12:44:40.263" v="432"/>
        <pc:sldMkLst>
          <pc:docMk/>
          <pc:sldMk cId="1232373530" sldId="441"/>
        </pc:sldMkLst>
      </pc:sldChg>
      <pc:sldChg chg="modSp mod">
        <pc:chgData name="Matteo Giovanni Rossi" userId="162ca183-e2b1-403b-bc55-d44f0285a78f" providerId="ADAL" clId="{C1E85398-7C42-3043-A81A-5FD07580A718}" dt="2023-12-13T14:43:41.544" v="1593" actId="20577"/>
        <pc:sldMkLst>
          <pc:docMk/>
          <pc:sldMk cId="2233210541" sldId="442"/>
        </pc:sldMkLst>
      </pc:sldChg>
      <pc:sldChg chg="modSp mod addAnim delAnim">
        <pc:chgData name="Matteo Giovanni Rossi" userId="162ca183-e2b1-403b-bc55-d44f0285a78f" providerId="ADAL" clId="{C1E85398-7C42-3043-A81A-5FD07580A718}" dt="2023-12-13T14:44:29.791" v="1594" actId="20577"/>
        <pc:sldMkLst>
          <pc:docMk/>
          <pc:sldMk cId="1913356636" sldId="443"/>
        </pc:sldMkLst>
      </pc:sldChg>
    </pc:docChg>
  </pc:docChgLst>
  <pc:docChgLst>
    <pc:chgData name="Elisabetta Di Nitto" userId="74793f27-d828-489b-9fa1-89209989f427" providerId="ADAL" clId="{219BEB58-BD6C-5B48-AD4C-C352782E9386}"/>
    <pc:docChg chg="undo custSel addSld delSld modSld sldOrd modSection">
      <pc:chgData name="Elisabetta Di Nitto" userId="74793f27-d828-489b-9fa1-89209989f427" providerId="ADAL" clId="{219BEB58-BD6C-5B48-AD4C-C352782E9386}" dt="2023-12-05T22:33:35.912" v="376"/>
      <pc:docMkLst>
        <pc:docMk/>
      </pc:docMkLst>
      <pc:sldChg chg="add">
        <pc:chgData name="Elisabetta Di Nitto" userId="74793f27-d828-489b-9fa1-89209989f427" providerId="ADAL" clId="{219BEB58-BD6C-5B48-AD4C-C352782E9386}" dt="2023-12-05T22:33:27.735" v="374"/>
        <pc:sldMkLst>
          <pc:docMk/>
          <pc:sldMk cId="2894540079" sldId="377"/>
        </pc:sldMkLst>
      </pc:sldChg>
      <pc:sldChg chg="del">
        <pc:chgData name="Elisabetta Di Nitto" userId="74793f27-d828-489b-9fa1-89209989f427" providerId="ADAL" clId="{219BEB58-BD6C-5B48-AD4C-C352782E9386}" dt="2023-12-05T22:33:24.927" v="373" actId="2696"/>
        <pc:sldMkLst>
          <pc:docMk/>
          <pc:sldMk cId="3434802114" sldId="377"/>
        </pc:sldMkLst>
      </pc:sldChg>
      <pc:sldChg chg="modSp">
        <pc:chgData name="Elisabetta Di Nitto" userId="74793f27-d828-489b-9fa1-89209989f427" providerId="ADAL" clId="{219BEB58-BD6C-5B48-AD4C-C352782E9386}" dt="2023-12-05T22:25:19.321" v="339" actId="20577"/>
        <pc:sldMkLst>
          <pc:docMk/>
          <pc:sldMk cId="1799175548" sldId="379"/>
        </pc:sldMkLst>
      </pc:sldChg>
      <pc:sldChg chg="del">
        <pc:chgData name="Elisabetta Di Nitto" userId="74793f27-d828-489b-9fa1-89209989f427" providerId="ADAL" clId="{219BEB58-BD6C-5B48-AD4C-C352782E9386}" dt="2023-12-05T22:33:03.965" v="369" actId="2696"/>
        <pc:sldMkLst>
          <pc:docMk/>
          <pc:sldMk cId="2386426195" sldId="383"/>
        </pc:sldMkLst>
      </pc:sldChg>
      <pc:sldChg chg="add">
        <pc:chgData name="Elisabetta Di Nitto" userId="74793f27-d828-489b-9fa1-89209989f427" providerId="ADAL" clId="{219BEB58-BD6C-5B48-AD4C-C352782E9386}" dt="2023-12-05T22:33:06.834" v="370"/>
        <pc:sldMkLst>
          <pc:docMk/>
          <pc:sldMk cId="3171855219" sldId="383"/>
        </pc:sldMkLst>
      </pc:sldChg>
      <pc:sldChg chg="del">
        <pc:chgData name="Elisabetta Di Nitto" userId="74793f27-d828-489b-9fa1-89209989f427" providerId="ADAL" clId="{219BEB58-BD6C-5B48-AD4C-C352782E9386}" dt="2023-12-05T22:33:03.965" v="369" actId="2696"/>
        <pc:sldMkLst>
          <pc:docMk/>
          <pc:sldMk cId="646848033" sldId="384"/>
        </pc:sldMkLst>
      </pc:sldChg>
      <pc:sldChg chg="add">
        <pc:chgData name="Elisabetta Di Nitto" userId="74793f27-d828-489b-9fa1-89209989f427" providerId="ADAL" clId="{219BEB58-BD6C-5B48-AD4C-C352782E9386}" dt="2023-12-05T22:33:06.834" v="370"/>
        <pc:sldMkLst>
          <pc:docMk/>
          <pc:sldMk cId="4252395736" sldId="384"/>
        </pc:sldMkLst>
      </pc:sldChg>
      <pc:sldChg chg="del">
        <pc:chgData name="Elisabetta Di Nitto" userId="74793f27-d828-489b-9fa1-89209989f427" providerId="ADAL" clId="{219BEB58-BD6C-5B48-AD4C-C352782E9386}" dt="2023-12-05T22:33:12.481" v="371" actId="2696"/>
        <pc:sldMkLst>
          <pc:docMk/>
          <pc:sldMk cId="30270619" sldId="387"/>
        </pc:sldMkLst>
      </pc:sldChg>
      <pc:sldChg chg="add">
        <pc:chgData name="Elisabetta Di Nitto" userId="74793f27-d828-489b-9fa1-89209989f427" providerId="ADAL" clId="{219BEB58-BD6C-5B48-AD4C-C352782E9386}" dt="2023-12-05T22:33:19.229" v="372"/>
        <pc:sldMkLst>
          <pc:docMk/>
          <pc:sldMk cId="112832806" sldId="387"/>
        </pc:sldMkLst>
      </pc:sldChg>
      <pc:sldChg chg="add">
        <pc:chgData name="Elisabetta Di Nitto" userId="74793f27-d828-489b-9fa1-89209989f427" providerId="ADAL" clId="{219BEB58-BD6C-5B48-AD4C-C352782E9386}" dt="2023-12-05T22:33:27.735" v="374"/>
        <pc:sldMkLst>
          <pc:docMk/>
          <pc:sldMk cId="385211737" sldId="389"/>
        </pc:sldMkLst>
      </pc:sldChg>
      <pc:sldChg chg="del">
        <pc:chgData name="Elisabetta Di Nitto" userId="74793f27-d828-489b-9fa1-89209989f427" providerId="ADAL" clId="{219BEB58-BD6C-5B48-AD4C-C352782E9386}" dt="2023-12-05T22:33:24.927" v="373" actId="2696"/>
        <pc:sldMkLst>
          <pc:docMk/>
          <pc:sldMk cId="3666158235" sldId="389"/>
        </pc:sldMkLst>
      </pc:sldChg>
      <pc:sldChg chg="add">
        <pc:chgData name="Elisabetta Di Nitto" userId="74793f27-d828-489b-9fa1-89209989f427" providerId="ADAL" clId="{219BEB58-BD6C-5B48-AD4C-C352782E9386}" dt="2023-12-05T22:33:35.912" v="376"/>
        <pc:sldMkLst>
          <pc:docMk/>
          <pc:sldMk cId="1511711768" sldId="409"/>
        </pc:sldMkLst>
      </pc:sldChg>
      <pc:sldChg chg="del">
        <pc:chgData name="Elisabetta Di Nitto" userId="74793f27-d828-489b-9fa1-89209989f427" providerId="ADAL" clId="{219BEB58-BD6C-5B48-AD4C-C352782E9386}" dt="2023-12-05T22:33:32.914" v="375" actId="2696"/>
        <pc:sldMkLst>
          <pc:docMk/>
          <pc:sldMk cId="4277050342" sldId="409"/>
        </pc:sldMkLst>
      </pc:sldChg>
      <pc:sldChg chg="add">
        <pc:chgData name="Elisabetta Di Nitto" userId="74793f27-d828-489b-9fa1-89209989f427" providerId="ADAL" clId="{219BEB58-BD6C-5B48-AD4C-C352782E9386}" dt="2023-12-05T22:33:35.912" v="376"/>
        <pc:sldMkLst>
          <pc:docMk/>
          <pc:sldMk cId="2308749150" sldId="411"/>
        </pc:sldMkLst>
      </pc:sldChg>
      <pc:sldChg chg="del">
        <pc:chgData name="Elisabetta Di Nitto" userId="74793f27-d828-489b-9fa1-89209989f427" providerId="ADAL" clId="{219BEB58-BD6C-5B48-AD4C-C352782E9386}" dt="2023-12-05T22:33:32.914" v="375" actId="2696"/>
        <pc:sldMkLst>
          <pc:docMk/>
          <pc:sldMk cId="3745590393" sldId="411"/>
        </pc:sldMkLst>
      </pc:sldChg>
      <pc:sldChg chg="del">
        <pc:chgData name="Elisabetta Di Nitto" userId="74793f27-d828-489b-9fa1-89209989f427" providerId="ADAL" clId="{219BEB58-BD6C-5B48-AD4C-C352782E9386}" dt="2023-12-05T22:33:32.914" v="375" actId="2696"/>
        <pc:sldMkLst>
          <pc:docMk/>
          <pc:sldMk cId="4075647006" sldId="412"/>
        </pc:sldMkLst>
      </pc:sldChg>
      <pc:sldChg chg="add">
        <pc:chgData name="Elisabetta Di Nitto" userId="74793f27-d828-489b-9fa1-89209989f427" providerId="ADAL" clId="{219BEB58-BD6C-5B48-AD4C-C352782E9386}" dt="2023-12-05T22:33:35.912" v="376"/>
        <pc:sldMkLst>
          <pc:docMk/>
          <pc:sldMk cId="4138844933" sldId="412"/>
        </pc:sldMkLst>
      </pc:sldChg>
      <pc:sldChg chg="del">
        <pc:chgData name="Elisabetta Di Nitto" userId="74793f27-d828-489b-9fa1-89209989f427" providerId="ADAL" clId="{219BEB58-BD6C-5B48-AD4C-C352782E9386}" dt="2023-12-05T22:33:03.965" v="369" actId="2696"/>
        <pc:sldMkLst>
          <pc:docMk/>
          <pc:sldMk cId="404777726" sldId="426"/>
        </pc:sldMkLst>
      </pc:sldChg>
      <pc:sldChg chg="add">
        <pc:chgData name="Elisabetta Di Nitto" userId="74793f27-d828-489b-9fa1-89209989f427" providerId="ADAL" clId="{219BEB58-BD6C-5B48-AD4C-C352782E9386}" dt="2023-12-05T22:33:06.834" v="370"/>
        <pc:sldMkLst>
          <pc:docMk/>
          <pc:sldMk cId="3691083296" sldId="426"/>
        </pc:sldMkLst>
      </pc:sldChg>
      <pc:sldChg chg="modSp mod">
        <pc:chgData name="Elisabetta Di Nitto" userId="74793f27-d828-489b-9fa1-89209989f427" providerId="ADAL" clId="{219BEB58-BD6C-5B48-AD4C-C352782E9386}" dt="2023-12-05T22:31:32.973" v="368" actId="20577"/>
        <pc:sldMkLst>
          <pc:docMk/>
          <pc:sldMk cId="338867328" sldId="428"/>
        </pc:sldMkLst>
      </pc:sldChg>
      <pc:sldChg chg="modSp mod addCm delCm modCm">
        <pc:chgData name="Elisabetta Di Nitto" userId="74793f27-d828-489b-9fa1-89209989f427" providerId="ADAL" clId="{219BEB58-BD6C-5B48-AD4C-C352782E9386}" dt="2023-12-05T22:26:53.653" v="340"/>
        <pc:sldMkLst>
          <pc:docMk/>
          <pc:sldMk cId="2795741211" sldId="43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Elisabetta Di Nitto" userId="74793f27-d828-489b-9fa1-89209989f427" providerId="ADAL" clId="{219BEB58-BD6C-5B48-AD4C-C352782E9386}" dt="2023-12-05T20:26:00.263" v="243"/>
              <pc2:cmMkLst xmlns:pc2="http://schemas.microsoft.com/office/powerpoint/2019/9/main/command">
                <pc:docMk/>
                <pc:sldMk cId="2795741211" sldId="430"/>
                <pc2:cmMk id="{FD6FB41E-9EDA-A74B-A8A4-2438AC6CF2AF}"/>
              </pc2:cmMkLst>
            </pc226:cmChg>
            <pc226:cmChg xmlns:pc226="http://schemas.microsoft.com/office/powerpoint/2022/06/main/command" chg="add del mod">
              <pc226:chgData name="Elisabetta Di Nitto" userId="74793f27-d828-489b-9fa1-89209989f427" providerId="ADAL" clId="{219BEB58-BD6C-5B48-AD4C-C352782E9386}" dt="2023-12-05T22:26:53.653" v="340"/>
              <pc2:cmMkLst xmlns:pc2="http://schemas.microsoft.com/office/powerpoint/2019/9/main/command">
                <pc:docMk/>
                <pc:sldMk cId="2795741211" sldId="430"/>
                <pc2:cmMk id="{D51784BF-DE33-454E-905C-7F986F6FFACF}"/>
              </pc2:cmMkLst>
            </pc226:cmChg>
          </p:ext>
        </pc:extLst>
      </pc:sldChg>
      <pc:sldChg chg="modSp add mod ord">
        <pc:chgData name="Elisabetta Di Nitto" userId="74793f27-d828-489b-9fa1-89209989f427" providerId="ADAL" clId="{219BEB58-BD6C-5B48-AD4C-C352782E9386}" dt="2023-12-05T20:42:55.631" v="328" actId="20577"/>
        <pc:sldMkLst>
          <pc:docMk/>
          <pc:sldMk cId="2545012336" sldId="433"/>
        </pc:sldMkLst>
      </pc:sldChg>
      <pc:sldChg chg="add">
        <pc:chgData name="Elisabetta Di Nitto" userId="74793f27-d828-489b-9fa1-89209989f427" providerId="ADAL" clId="{219BEB58-BD6C-5B48-AD4C-C352782E9386}" dt="2023-12-05T20:27:16.129" v="245"/>
        <pc:sldMkLst>
          <pc:docMk/>
          <pc:sldMk cId="3762648555" sldId="434"/>
        </pc:sldMkLst>
      </pc:sldChg>
    </pc:docChg>
  </pc:docChgLst>
  <pc:docChgLst>
    <pc:chgData name="Simone Reale" userId="S::10616980@polimi.it::e44b3247-4236-45d6-9bc9-87030fb0ec28" providerId="AD" clId="Web-{7A164679-0626-6BA3-031B-296D7AB607F6}"/>
    <pc:docChg chg="modSld sldOrd">
      <pc:chgData name="Simone Reale" userId="S::10616980@polimi.it::e44b3247-4236-45d6-9bc9-87030fb0ec28" providerId="AD" clId="Web-{7A164679-0626-6BA3-031B-296D7AB607F6}" dt="2024-12-17T20:54:17.428" v="5"/>
      <pc:docMkLst>
        <pc:docMk/>
      </pc:docMkLst>
      <pc:sldChg chg="ord">
        <pc:chgData name="Simone Reale" userId="S::10616980@polimi.it::e44b3247-4236-45d6-9bc9-87030fb0ec28" providerId="AD" clId="Web-{7A164679-0626-6BA3-031B-296D7AB607F6}" dt="2024-12-17T20:54:17.428" v="5"/>
        <pc:sldMkLst>
          <pc:docMk/>
          <pc:sldMk cId="3872239788" sldId="455"/>
        </pc:sldMkLst>
      </pc:sldChg>
      <pc:sldChg chg="modSp">
        <pc:chgData name="Simone Reale" userId="S::10616980@polimi.it::e44b3247-4236-45d6-9bc9-87030fb0ec28" providerId="AD" clId="Web-{7A164679-0626-6BA3-031B-296D7AB607F6}" dt="2024-12-17T20:13:04.747" v="0" actId="20577"/>
        <pc:sldMkLst>
          <pc:docMk/>
          <pc:sldMk cId="771542567" sldId="671"/>
        </pc:sldMkLst>
        <pc:spChg chg="mod">
          <ac:chgData name="Simone Reale" userId="S::10616980@polimi.it::e44b3247-4236-45d6-9bc9-87030fb0ec28" providerId="AD" clId="Web-{7A164679-0626-6BA3-031B-296D7AB607F6}" dt="2024-12-17T20:13:04.747" v="0" actId="20577"/>
          <ac:spMkLst>
            <pc:docMk/>
            <pc:sldMk cId="771542567" sldId="671"/>
            <ac:spMk id="2" creationId="{96A9DCB6-2260-0911-AC78-E9946EBA464C}"/>
          </ac:spMkLst>
        </pc:spChg>
      </pc:sldChg>
      <pc:sldChg chg="modSp">
        <pc:chgData name="Simone Reale" userId="S::10616980@polimi.it::e44b3247-4236-45d6-9bc9-87030fb0ec28" providerId="AD" clId="Web-{7A164679-0626-6BA3-031B-296D7AB607F6}" dt="2024-12-17T20:13:08.325" v="1" actId="20577"/>
        <pc:sldMkLst>
          <pc:docMk/>
          <pc:sldMk cId="4066663006" sldId="672"/>
        </pc:sldMkLst>
        <pc:spChg chg="mod">
          <ac:chgData name="Simone Reale" userId="S::10616980@polimi.it::e44b3247-4236-45d6-9bc9-87030fb0ec28" providerId="AD" clId="Web-{7A164679-0626-6BA3-031B-296D7AB607F6}" dt="2024-12-17T20:13:08.325" v="1" actId="20577"/>
          <ac:spMkLst>
            <pc:docMk/>
            <pc:sldMk cId="4066663006" sldId="672"/>
            <ac:spMk id="2" creationId="{E0290E21-A2ED-F558-BE4F-9483495E1F45}"/>
          </ac:spMkLst>
        </pc:spChg>
      </pc:sldChg>
      <pc:sldChg chg="modSp">
        <pc:chgData name="Simone Reale" userId="S::10616980@polimi.it::e44b3247-4236-45d6-9bc9-87030fb0ec28" providerId="AD" clId="Web-{7A164679-0626-6BA3-031B-296D7AB607F6}" dt="2024-12-17T20:13:11.137" v="2" actId="20577"/>
        <pc:sldMkLst>
          <pc:docMk/>
          <pc:sldMk cId="1141969542" sldId="673"/>
        </pc:sldMkLst>
        <pc:spChg chg="mod">
          <ac:chgData name="Simone Reale" userId="S::10616980@polimi.it::e44b3247-4236-45d6-9bc9-87030fb0ec28" providerId="AD" clId="Web-{7A164679-0626-6BA3-031B-296D7AB607F6}" dt="2024-12-17T20:13:11.137" v="2" actId="20577"/>
          <ac:spMkLst>
            <pc:docMk/>
            <pc:sldMk cId="1141969542" sldId="673"/>
            <ac:spMk id="2" creationId="{937A4906-6A07-84E9-444B-329D1B787899}"/>
          </ac:spMkLst>
        </pc:spChg>
      </pc:sldChg>
      <pc:sldChg chg="modSp">
        <pc:chgData name="Simone Reale" userId="S::10616980@polimi.it::e44b3247-4236-45d6-9bc9-87030fb0ec28" providerId="AD" clId="Web-{7A164679-0626-6BA3-031B-296D7AB607F6}" dt="2024-12-17T20:13:17.341" v="3" actId="20577"/>
        <pc:sldMkLst>
          <pc:docMk/>
          <pc:sldMk cId="2781146791" sldId="674"/>
        </pc:sldMkLst>
        <pc:spChg chg="mod">
          <ac:chgData name="Simone Reale" userId="S::10616980@polimi.it::e44b3247-4236-45d6-9bc9-87030fb0ec28" providerId="AD" clId="Web-{7A164679-0626-6BA3-031B-296D7AB607F6}" dt="2024-12-17T20:13:17.341" v="3" actId="20577"/>
          <ac:spMkLst>
            <pc:docMk/>
            <pc:sldMk cId="2781146791" sldId="674"/>
            <ac:spMk id="2" creationId="{8633D6C6-4EB7-950E-FCDF-872616645507}"/>
          </ac:spMkLst>
        </pc:spChg>
      </pc:sldChg>
      <pc:sldChg chg="modSp">
        <pc:chgData name="Simone Reale" userId="S::10616980@polimi.it::e44b3247-4236-45d6-9bc9-87030fb0ec28" providerId="AD" clId="Web-{7A164679-0626-6BA3-031B-296D7AB607F6}" dt="2024-12-17T20:13:23.044" v="4" actId="20577"/>
        <pc:sldMkLst>
          <pc:docMk/>
          <pc:sldMk cId="1356988660" sldId="675"/>
        </pc:sldMkLst>
        <pc:spChg chg="mod">
          <ac:chgData name="Simone Reale" userId="S::10616980@polimi.it::e44b3247-4236-45d6-9bc9-87030fb0ec28" providerId="AD" clId="Web-{7A164679-0626-6BA3-031B-296D7AB607F6}" dt="2024-12-17T20:13:23.044" v="4" actId="20577"/>
          <ac:spMkLst>
            <pc:docMk/>
            <pc:sldMk cId="1356988660" sldId="675"/>
            <ac:spMk id="2" creationId="{C94A93C6-FE68-20B1-2060-005FF15C1867}"/>
          </ac:spMkLst>
        </pc:spChg>
      </pc:sldChg>
    </pc:docChg>
  </pc:docChgLst>
  <pc:docChgLst>
    <pc:chgData name="Elisabetta Di Nitto" userId="74793f27-d828-489b-9fa1-89209989f427" providerId="ADAL" clId="{992F80EA-9697-804A-A5C2-FF52C3FF0928}"/>
    <pc:docChg chg="undo custSel addSld modSld">
      <pc:chgData name="Elisabetta Di Nitto" userId="74793f27-d828-489b-9fa1-89209989f427" providerId="ADAL" clId="{992F80EA-9697-804A-A5C2-FF52C3FF0928}" dt="2023-12-13T10:36:52.471" v="420" actId="20577"/>
      <pc:docMkLst>
        <pc:docMk/>
      </pc:docMkLst>
      <pc:sldChg chg="modSp">
        <pc:chgData name="Elisabetta Di Nitto" userId="74793f27-d828-489b-9fa1-89209989f427" providerId="ADAL" clId="{992F80EA-9697-804A-A5C2-FF52C3FF0928}" dt="2023-12-13T10:36:52.471" v="420" actId="20577"/>
        <pc:sldMkLst>
          <pc:docMk/>
          <pc:sldMk cId="4252277335" sldId="419"/>
        </pc:sldMkLst>
      </pc:sldChg>
      <pc:sldChg chg="modSp mod">
        <pc:chgData name="Elisabetta Di Nitto" userId="74793f27-d828-489b-9fa1-89209989f427" providerId="ADAL" clId="{992F80EA-9697-804A-A5C2-FF52C3FF0928}" dt="2023-12-12T16:30:17.640" v="121" actId="5793"/>
        <pc:sldMkLst>
          <pc:docMk/>
          <pc:sldMk cId="2055292615" sldId="430"/>
        </pc:sldMkLst>
      </pc:sldChg>
      <pc:sldChg chg="modSp mod">
        <pc:chgData name="Elisabetta Di Nitto" userId="74793f27-d828-489b-9fa1-89209989f427" providerId="ADAL" clId="{992F80EA-9697-804A-A5C2-FF52C3FF0928}" dt="2023-12-12T22:16:21.555" v="278" actId="5793"/>
        <pc:sldMkLst>
          <pc:docMk/>
          <pc:sldMk cId="2931044143" sldId="432"/>
        </pc:sldMkLst>
      </pc:sldChg>
      <pc:sldChg chg="modSp mod">
        <pc:chgData name="Elisabetta Di Nitto" userId="74793f27-d828-489b-9fa1-89209989f427" providerId="ADAL" clId="{992F80EA-9697-804A-A5C2-FF52C3FF0928}" dt="2023-12-12T16:35:09.720" v="131" actId="20577"/>
        <pc:sldMkLst>
          <pc:docMk/>
          <pc:sldMk cId="1138402938" sldId="433"/>
        </pc:sldMkLst>
      </pc:sldChg>
      <pc:sldChg chg="addSp modSp mod">
        <pc:chgData name="Elisabetta Di Nitto" userId="74793f27-d828-489b-9fa1-89209989f427" providerId="ADAL" clId="{992F80EA-9697-804A-A5C2-FF52C3FF0928}" dt="2023-12-12T15:50:49.190" v="116" actId="20577"/>
        <pc:sldMkLst>
          <pc:docMk/>
          <pc:sldMk cId="1528706195" sldId="435"/>
        </pc:sldMkLst>
      </pc:sldChg>
      <pc:sldChg chg="addSp delSp modSp mod">
        <pc:chgData name="Elisabetta Di Nitto" userId="74793f27-d828-489b-9fa1-89209989f427" providerId="ADAL" clId="{992F80EA-9697-804A-A5C2-FF52C3FF0928}" dt="2023-12-13T10:28:10.027" v="356" actId="1035"/>
        <pc:sldMkLst>
          <pc:docMk/>
          <pc:sldMk cId="493055845" sldId="436"/>
        </pc:sldMkLst>
      </pc:sldChg>
      <pc:sldChg chg="addSp delSp modSp add mod delAnim modAnim">
        <pc:chgData name="Elisabetta Di Nitto" userId="74793f27-d828-489b-9fa1-89209989f427" providerId="ADAL" clId="{992F80EA-9697-804A-A5C2-FF52C3FF0928}" dt="2023-12-13T10:28:45.496" v="363" actId="20577"/>
        <pc:sldMkLst>
          <pc:docMk/>
          <pc:sldMk cId="2233210541" sldId="442"/>
        </pc:sldMkLst>
      </pc:sldChg>
      <pc:sldChg chg="addSp delSp modSp add mod modAnim">
        <pc:chgData name="Elisabetta Di Nitto" userId="74793f27-d828-489b-9fa1-89209989f427" providerId="ADAL" clId="{992F80EA-9697-804A-A5C2-FF52C3FF0928}" dt="2023-12-13T10:34:46.508" v="415"/>
        <pc:sldMkLst>
          <pc:docMk/>
          <pc:sldMk cId="1913356636" sldId="443"/>
        </pc:sldMkLst>
      </pc:sldChg>
    </pc:docChg>
  </pc:docChgLst>
  <pc:docChgLst>
    <pc:chgData name="Livia Lestingi" userId="S::10388003@polimi.it::94e409d1-1a7a-4cf2-85c9-5d348c434b0d" providerId="AD" clId="Web-{A75D1260-3778-8E5B-55B0-09309211E4AE}"/>
    <pc:docChg chg="modSld">
      <pc:chgData name="Livia Lestingi" userId="S::10388003@polimi.it::94e409d1-1a7a-4cf2-85c9-5d348c434b0d" providerId="AD" clId="Web-{A75D1260-3778-8E5B-55B0-09309211E4AE}" dt="2023-12-20T17:35:27.780" v="18" actId="20577"/>
      <pc:docMkLst>
        <pc:docMk/>
      </pc:docMkLst>
      <pc:sldChg chg="modSp">
        <pc:chgData name="Livia Lestingi" userId="S::10388003@polimi.it::94e409d1-1a7a-4cf2-85c9-5d348c434b0d" providerId="AD" clId="Web-{A75D1260-3778-8E5B-55B0-09309211E4AE}" dt="2023-12-20T17:11:59.447" v="12" actId="20577"/>
        <pc:sldMkLst>
          <pc:docMk/>
          <pc:sldMk cId="293955803" sldId="396"/>
        </pc:sldMkLst>
      </pc:sldChg>
      <pc:sldChg chg="modSp">
        <pc:chgData name="Livia Lestingi" userId="S::10388003@polimi.it::94e409d1-1a7a-4cf2-85c9-5d348c434b0d" providerId="AD" clId="Web-{A75D1260-3778-8E5B-55B0-09309211E4AE}" dt="2023-12-20T16:53:21.188" v="3" actId="20577"/>
        <pc:sldMkLst>
          <pc:docMk/>
          <pc:sldMk cId="1138402938" sldId="433"/>
        </pc:sldMkLst>
      </pc:sldChg>
      <pc:sldChg chg="modSp">
        <pc:chgData name="Livia Lestingi" userId="S::10388003@polimi.it::94e409d1-1a7a-4cf2-85c9-5d348c434b0d" providerId="AD" clId="Web-{A75D1260-3778-8E5B-55B0-09309211E4AE}" dt="2023-12-20T16:53:34.563" v="7"/>
        <pc:sldMkLst>
          <pc:docMk/>
          <pc:sldMk cId="1001695864" sldId="448"/>
        </pc:sldMkLst>
      </pc:sldChg>
      <pc:sldChg chg="modSp">
        <pc:chgData name="Livia Lestingi" userId="S::10388003@polimi.it::94e409d1-1a7a-4cf2-85c9-5d348c434b0d" providerId="AD" clId="Web-{A75D1260-3778-8E5B-55B0-09309211E4AE}" dt="2023-12-20T16:56:05.662" v="9" actId="20577"/>
        <pc:sldMkLst>
          <pc:docMk/>
          <pc:sldMk cId="1815757691" sldId="457"/>
        </pc:sldMkLst>
      </pc:sldChg>
      <pc:sldChg chg="modSp">
        <pc:chgData name="Livia Lestingi" userId="S::10388003@polimi.it::94e409d1-1a7a-4cf2-85c9-5d348c434b0d" providerId="AD" clId="Web-{A75D1260-3778-8E5B-55B0-09309211E4AE}" dt="2023-12-20T17:35:24.608" v="16" actId="20577"/>
        <pc:sldMkLst>
          <pc:docMk/>
          <pc:sldMk cId="4089477722" sldId="475"/>
        </pc:sldMkLst>
      </pc:sldChg>
      <pc:sldChg chg="modSp">
        <pc:chgData name="Livia Lestingi" userId="S::10388003@polimi.it::94e409d1-1a7a-4cf2-85c9-5d348c434b0d" providerId="AD" clId="Web-{A75D1260-3778-8E5B-55B0-09309211E4AE}" dt="2023-12-20T17:35:27.780" v="18" actId="20577"/>
        <pc:sldMkLst>
          <pc:docMk/>
          <pc:sldMk cId="988892900" sldId="476"/>
        </pc:sldMkLst>
      </pc:sldChg>
    </pc:docChg>
  </pc:docChgLst>
  <pc:docChgLst>
    <pc:chgData name="Livia Lestingi" userId="S::10388003@polimi.it::94e409d1-1a7a-4cf2-85c9-5d348c434b0d" providerId="AD" clId="Web-{FD62DFD9-32F0-509C-87BF-304C5997F116}"/>
    <pc:docChg chg="modSld">
      <pc:chgData name="Livia Lestingi" userId="S::10388003@polimi.it::94e409d1-1a7a-4cf2-85c9-5d348c434b0d" providerId="AD" clId="Web-{FD62DFD9-32F0-509C-87BF-304C5997F116}" dt="2023-12-13T17:53:50.682" v="1" actId="20577"/>
      <pc:docMkLst>
        <pc:docMk/>
      </pc:docMkLst>
      <pc:sldChg chg="modSp">
        <pc:chgData name="Livia Lestingi" userId="S::10388003@polimi.it::94e409d1-1a7a-4cf2-85c9-5d348c434b0d" providerId="AD" clId="Web-{FD62DFD9-32F0-509C-87BF-304C5997F116}" dt="2023-12-13T17:53:50.682" v="1" actId="20577"/>
        <pc:sldMkLst>
          <pc:docMk/>
          <pc:sldMk cId="3834554707" sldId="415"/>
        </pc:sldMkLst>
      </pc:sldChg>
    </pc:docChg>
  </pc:docChgLst>
  <pc:docChgLst>
    <pc:chgData name="Riccardo Poiani" userId="S::10533902@polimi.it::de07f236-aa3c-4791-b7da-7421e9468dca" providerId="AD" clId="Web-{8D55520A-8939-C43C-4431-0D1BB4A6499C}"/>
    <pc:docChg chg="addSld delSld modSection">
      <pc:chgData name="Riccardo Poiani" userId="S::10533902@polimi.it::de07f236-aa3c-4791-b7da-7421e9468dca" providerId="AD" clId="Web-{8D55520A-8939-C43C-4431-0D1BB4A6499C}" dt="2023-12-19T14:47:01.812" v="1"/>
      <pc:docMkLst>
        <pc:docMk/>
      </pc:docMkLst>
      <pc:sldChg chg="new del">
        <pc:chgData name="Riccardo Poiani" userId="S::10533902@polimi.it::de07f236-aa3c-4791-b7da-7421e9468dca" providerId="AD" clId="Web-{8D55520A-8939-C43C-4431-0D1BB4A6499C}" dt="2023-12-19T14:47:01.812" v="1"/>
        <pc:sldMkLst>
          <pc:docMk/>
          <pc:sldMk cId="2238865987" sldId="480"/>
        </pc:sldMkLst>
      </pc:sldChg>
    </pc:docChg>
  </pc:docChgLst>
  <pc:docChgLst>
    <pc:chgData name="Matteo Camilli" userId="cafd7e9f-4172-46b2-bc5c-f1a0db49b053" providerId="ADAL" clId="{EB814984-646C-FC49-B6CC-C4B8804409B6}"/>
    <pc:docChg chg="undo custSel addSld modSld">
      <pc:chgData name="Matteo Camilli" userId="cafd7e9f-4172-46b2-bc5c-f1a0db49b053" providerId="ADAL" clId="{EB814984-646C-FC49-B6CC-C4B8804409B6}" dt="2023-12-06T00:48:55.700" v="934"/>
      <pc:docMkLst>
        <pc:docMk/>
      </pc:docMkLst>
      <pc:sldChg chg="modSp mod modAnim">
        <pc:chgData name="Matteo Camilli" userId="cafd7e9f-4172-46b2-bc5c-f1a0db49b053" providerId="ADAL" clId="{EB814984-646C-FC49-B6CC-C4B8804409B6}" dt="2023-12-05T23:21:51.099" v="440"/>
        <pc:sldMkLst>
          <pc:docMk/>
          <pc:sldMk cId="4076051590" sldId="376"/>
        </pc:sldMkLst>
      </pc:sldChg>
      <pc:sldChg chg="modSp">
        <pc:chgData name="Matteo Camilli" userId="cafd7e9f-4172-46b2-bc5c-f1a0db49b053" providerId="ADAL" clId="{EB814984-646C-FC49-B6CC-C4B8804409B6}" dt="2023-12-06T00:21:56.289" v="836" actId="20577"/>
        <pc:sldMkLst>
          <pc:docMk/>
          <pc:sldMk cId="1736176003" sldId="378"/>
        </pc:sldMkLst>
      </pc:sldChg>
      <pc:sldChg chg="modSp">
        <pc:chgData name="Matteo Camilli" userId="cafd7e9f-4172-46b2-bc5c-f1a0db49b053" providerId="ADAL" clId="{EB814984-646C-FC49-B6CC-C4B8804409B6}" dt="2023-12-06T00:27:28.109" v="845" actId="20577"/>
        <pc:sldMkLst>
          <pc:docMk/>
          <pc:sldMk cId="1799175548" sldId="379"/>
        </pc:sldMkLst>
      </pc:sldChg>
      <pc:sldChg chg="modSp mod">
        <pc:chgData name="Matteo Camilli" userId="cafd7e9f-4172-46b2-bc5c-f1a0db49b053" providerId="ADAL" clId="{EB814984-646C-FC49-B6CC-C4B8804409B6}" dt="2023-12-06T00:30:51.118" v="868" actId="1076"/>
        <pc:sldMkLst>
          <pc:docMk/>
          <pc:sldMk cId="3660236004" sldId="381"/>
        </pc:sldMkLst>
      </pc:sldChg>
      <pc:sldChg chg="modSp mod">
        <pc:chgData name="Matteo Camilli" userId="cafd7e9f-4172-46b2-bc5c-f1a0db49b053" providerId="ADAL" clId="{EB814984-646C-FC49-B6CC-C4B8804409B6}" dt="2023-12-06T00:32:52.617" v="872" actId="14100"/>
        <pc:sldMkLst>
          <pc:docMk/>
          <pc:sldMk cId="1647861770" sldId="408"/>
        </pc:sldMkLst>
      </pc:sldChg>
      <pc:sldChg chg="modSp mod">
        <pc:chgData name="Matteo Camilli" userId="cafd7e9f-4172-46b2-bc5c-f1a0db49b053" providerId="ADAL" clId="{EB814984-646C-FC49-B6CC-C4B8804409B6}" dt="2023-12-06T00:37:17.957" v="926" actId="20577"/>
        <pc:sldMkLst>
          <pc:docMk/>
          <pc:sldMk cId="4092679923" sldId="410"/>
        </pc:sldMkLst>
      </pc:sldChg>
      <pc:sldChg chg="modSp mod">
        <pc:chgData name="Matteo Camilli" userId="cafd7e9f-4172-46b2-bc5c-f1a0db49b053" providerId="ADAL" clId="{EB814984-646C-FC49-B6CC-C4B8804409B6}" dt="2023-12-05T18:24:24.152" v="439" actId="20577"/>
        <pc:sldMkLst>
          <pc:docMk/>
          <pc:sldMk cId="2830355436" sldId="413"/>
        </pc:sldMkLst>
      </pc:sldChg>
      <pc:sldChg chg="modSp mod">
        <pc:chgData name="Matteo Camilli" userId="cafd7e9f-4172-46b2-bc5c-f1a0db49b053" providerId="ADAL" clId="{EB814984-646C-FC49-B6CC-C4B8804409B6}" dt="2023-12-06T00:36:35.077" v="912" actId="20577"/>
        <pc:sldMkLst>
          <pc:docMk/>
          <pc:sldMk cId="1642529896" sldId="424"/>
        </pc:sldMkLst>
      </pc:sldChg>
      <pc:sldChg chg="modSp mod modAnim">
        <pc:chgData name="Matteo Camilli" userId="cafd7e9f-4172-46b2-bc5c-f1a0db49b053" providerId="ADAL" clId="{EB814984-646C-FC49-B6CC-C4B8804409B6}" dt="2023-12-06T00:36:01.176" v="890"/>
        <pc:sldMkLst>
          <pc:docMk/>
          <pc:sldMk cId="338867328" sldId="428"/>
        </pc:sldMkLst>
      </pc:sldChg>
      <pc:sldChg chg="addSp modSp add mod">
        <pc:chgData name="Matteo Camilli" userId="cafd7e9f-4172-46b2-bc5c-f1a0db49b053" providerId="ADAL" clId="{EB814984-646C-FC49-B6CC-C4B8804409B6}" dt="2023-12-05T23:34:58.603" v="488" actId="20577"/>
        <pc:sldMkLst>
          <pc:docMk/>
          <pc:sldMk cId="69824559" sldId="429"/>
        </pc:sldMkLst>
      </pc:sldChg>
      <pc:sldChg chg="delSp modSp mod modAnim">
        <pc:chgData name="Matteo Camilli" userId="cafd7e9f-4172-46b2-bc5c-f1a0db49b053" providerId="ADAL" clId="{EB814984-646C-FC49-B6CC-C4B8804409B6}" dt="2023-12-06T00:39:56.356" v="929"/>
        <pc:sldMkLst>
          <pc:docMk/>
          <pc:sldMk cId="2795741211" sldId="430"/>
        </pc:sldMkLst>
      </pc:sldChg>
      <pc:sldChg chg="delSp modSp mod">
        <pc:chgData name="Matteo Camilli" userId="cafd7e9f-4172-46b2-bc5c-f1a0db49b053" providerId="ADAL" clId="{EB814984-646C-FC49-B6CC-C4B8804409B6}" dt="2023-12-06T00:24:44.200" v="840" actId="113"/>
        <pc:sldMkLst>
          <pc:docMk/>
          <pc:sldMk cId="2591743948" sldId="431"/>
        </pc:sldMkLst>
      </pc:sldChg>
      <pc:sldChg chg="addSp delSp modSp mod">
        <pc:chgData name="Matteo Camilli" userId="cafd7e9f-4172-46b2-bc5c-f1a0db49b053" providerId="ADAL" clId="{EB814984-646C-FC49-B6CC-C4B8804409B6}" dt="2023-12-05T23:39:29.636" v="536" actId="20577"/>
        <pc:sldMkLst>
          <pc:docMk/>
          <pc:sldMk cId="2545012336" sldId="433"/>
        </pc:sldMkLst>
      </pc:sldChg>
      <pc:sldChg chg="addSp delSp modSp mod">
        <pc:chgData name="Matteo Camilli" userId="cafd7e9f-4172-46b2-bc5c-f1a0db49b053" providerId="ADAL" clId="{EB814984-646C-FC49-B6CC-C4B8804409B6}" dt="2023-12-06T00:18:43.680" v="796" actId="5793"/>
        <pc:sldMkLst>
          <pc:docMk/>
          <pc:sldMk cId="3762648555" sldId="434"/>
        </pc:sldMkLst>
      </pc:sldChg>
      <pc:sldChg chg="addSp modSp add mod modAnim modShow">
        <pc:chgData name="Matteo Camilli" userId="cafd7e9f-4172-46b2-bc5c-f1a0db49b053" providerId="ADAL" clId="{EB814984-646C-FC49-B6CC-C4B8804409B6}" dt="2023-12-06T00:12:26.266" v="752" actId="729"/>
        <pc:sldMkLst>
          <pc:docMk/>
          <pc:sldMk cId="1360591930" sldId="435"/>
        </pc:sldMkLst>
      </pc:sldChg>
      <pc:sldChg chg="modSp add mod modAnim modShow">
        <pc:chgData name="Matteo Camilli" userId="cafd7e9f-4172-46b2-bc5c-f1a0db49b053" providerId="ADAL" clId="{EB814984-646C-FC49-B6CC-C4B8804409B6}" dt="2023-12-06T00:48:55.700" v="934"/>
        <pc:sldMkLst>
          <pc:docMk/>
          <pc:sldMk cId="2234170894" sldId="436"/>
        </pc:sldMkLst>
      </pc:sldChg>
    </pc:docChg>
  </pc:docChgLst>
  <pc:docChgLst>
    <pc:chgData name="Alberto Tagliaferro" userId="31e01e17-d855-4339-a3d8-a2fe56d714dd" providerId="ADAL" clId="{5279BFB9-EB8A-9148-81F4-518876829FFB}"/>
    <pc:docChg chg="undo custSel addSld delSld modSld modSection">
      <pc:chgData name="Alberto Tagliaferro" userId="31e01e17-d855-4339-a3d8-a2fe56d714dd" providerId="ADAL" clId="{5279BFB9-EB8A-9148-81F4-518876829FFB}" dt="2024-12-17T17:17:52.656" v="252" actId="2696"/>
      <pc:docMkLst>
        <pc:docMk/>
      </pc:docMkLst>
      <pc:sldChg chg="modSp mod">
        <pc:chgData name="Alberto Tagliaferro" userId="31e01e17-d855-4339-a3d8-a2fe56d714dd" providerId="ADAL" clId="{5279BFB9-EB8A-9148-81F4-518876829FFB}" dt="2024-12-17T14:07:34.868" v="0" actId="20577"/>
        <pc:sldMkLst>
          <pc:docMk/>
          <pc:sldMk cId="3783184542" sldId="447"/>
        </pc:sldMkLst>
        <pc:spChg chg="mod">
          <ac:chgData name="Alberto Tagliaferro" userId="31e01e17-d855-4339-a3d8-a2fe56d714dd" providerId="ADAL" clId="{5279BFB9-EB8A-9148-81F4-518876829FFB}" dt="2024-12-17T14:07:34.868" v="0" actId="20577"/>
          <ac:spMkLst>
            <pc:docMk/>
            <pc:sldMk cId="3783184542" sldId="447"/>
            <ac:spMk id="12" creationId="{2102B31C-ECCA-32BB-8CFE-109A8F4DFC0A}"/>
          </ac:spMkLst>
        </pc:spChg>
      </pc:sldChg>
      <pc:sldChg chg="addSp delSp modSp add del mod">
        <pc:chgData name="Alberto Tagliaferro" userId="31e01e17-d855-4339-a3d8-a2fe56d714dd" providerId="ADAL" clId="{5279BFB9-EB8A-9148-81F4-518876829FFB}" dt="2024-12-17T17:17:49.904" v="251" actId="2696"/>
        <pc:sldMkLst>
          <pc:docMk/>
          <pc:sldMk cId="1483958360" sldId="480"/>
        </pc:sldMkLst>
        <pc:spChg chg="mod">
          <ac:chgData name="Alberto Tagliaferro" userId="31e01e17-d855-4339-a3d8-a2fe56d714dd" providerId="ADAL" clId="{5279BFB9-EB8A-9148-81F4-518876829FFB}" dt="2024-12-17T15:43:32.769" v="3" actId="20577"/>
          <ac:spMkLst>
            <pc:docMk/>
            <pc:sldMk cId="1483958360" sldId="480"/>
            <ac:spMk id="2" creationId="{A831ECAE-A02C-C997-1111-BF1D8255EFA5}"/>
          </ac:spMkLst>
        </pc:spChg>
        <pc:spChg chg="del mod">
          <ac:chgData name="Alberto Tagliaferro" userId="31e01e17-d855-4339-a3d8-a2fe56d714dd" providerId="ADAL" clId="{5279BFB9-EB8A-9148-81F4-518876829FFB}" dt="2024-12-17T15:43:36.202" v="5" actId="478"/>
          <ac:spMkLst>
            <pc:docMk/>
            <pc:sldMk cId="1483958360" sldId="480"/>
            <ac:spMk id="3" creationId="{C0352012-6ED2-689F-DFEF-3302E7B2001C}"/>
          </ac:spMkLst>
        </pc:spChg>
        <pc:spChg chg="add del">
          <ac:chgData name="Alberto Tagliaferro" userId="31e01e17-d855-4339-a3d8-a2fe56d714dd" providerId="ADAL" clId="{5279BFB9-EB8A-9148-81F4-518876829FFB}" dt="2024-12-17T15:54:11.173" v="148" actId="22"/>
          <ac:spMkLst>
            <pc:docMk/>
            <pc:sldMk cId="1483958360" sldId="480"/>
            <ac:spMk id="7" creationId="{DC90B4EF-50ED-6FED-C945-6ECBE4C788A3}"/>
          </ac:spMkLst>
        </pc:spChg>
        <pc:spChg chg="mod">
          <ac:chgData name="Alberto Tagliaferro" userId="31e01e17-d855-4339-a3d8-a2fe56d714dd" providerId="ADAL" clId="{5279BFB9-EB8A-9148-81F4-518876829FFB}" dt="2024-12-17T15:51:33.996" v="146" actId="113"/>
          <ac:spMkLst>
            <pc:docMk/>
            <pc:sldMk cId="1483958360" sldId="480"/>
            <ac:spMk id="12" creationId="{159926E4-CC69-552B-ED25-923CD1FFBC6A}"/>
          </ac:spMkLst>
        </pc:spChg>
      </pc:sldChg>
      <pc:sldChg chg="modSp add del mod">
        <pc:chgData name="Alberto Tagliaferro" userId="31e01e17-d855-4339-a3d8-a2fe56d714dd" providerId="ADAL" clId="{5279BFB9-EB8A-9148-81F4-518876829FFB}" dt="2024-12-17T17:17:52.656" v="252" actId="2696"/>
        <pc:sldMkLst>
          <pc:docMk/>
          <pc:sldMk cId="1962604870" sldId="481"/>
        </pc:sldMkLst>
        <pc:spChg chg="mod">
          <ac:chgData name="Alberto Tagliaferro" userId="31e01e17-d855-4339-a3d8-a2fe56d714dd" providerId="ADAL" clId="{5279BFB9-EB8A-9148-81F4-518876829FFB}" dt="2024-12-17T16:12:28.980" v="250" actId="20577"/>
          <ac:spMkLst>
            <pc:docMk/>
            <pc:sldMk cId="1962604870" sldId="481"/>
            <ac:spMk id="12" creationId="{68A860C4-FFBC-AF40-9D4A-A637359D6C98}"/>
          </ac:spMkLst>
        </pc:spChg>
      </pc:sldChg>
    </pc:docChg>
  </pc:docChgLst>
  <pc:docChgLst>
    <pc:chgData name="Alberto Tagliaferro" userId="31e01e17-d855-4339-a3d8-a2fe56d714dd" providerId="ADAL" clId="{577904A5-40AE-FF47-BBC4-53BE1939E9A7}"/>
    <pc:docChg chg="undo custSel modSld">
      <pc:chgData name="Alberto Tagliaferro" userId="31e01e17-d855-4339-a3d8-a2fe56d714dd" providerId="ADAL" clId="{577904A5-40AE-FF47-BBC4-53BE1939E9A7}" dt="2024-12-05T14:51:05.526" v="8"/>
      <pc:docMkLst>
        <pc:docMk/>
      </pc:docMkLst>
      <pc:sldChg chg="addSp delSp">
        <pc:chgData name="Alberto Tagliaferro" userId="31e01e17-d855-4339-a3d8-a2fe56d714dd" providerId="ADAL" clId="{577904A5-40AE-FF47-BBC4-53BE1939E9A7}" dt="2024-12-05T14:51:05.526" v="8"/>
        <pc:sldMkLst>
          <pc:docMk/>
          <pc:sldMk cId="2830355436" sldId="413"/>
        </pc:sldMkLst>
      </pc:sldChg>
    </pc:docChg>
  </pc:docChgLst>
  <pc:docChgLst>
    <pc:chgData name="Matteo Camilli" userId="cafd7e9f-4172-46b2-bc5c-f1a0db49b053" providerId="ADAL" clId="{90795841-6979-A54B-8AED-A303CA91F94C}"/>
    <pc:docChg chg="undo custSel delSld modSld modSection">
      <pc:chgData name="Matteo Camilli" userId="cafd7e9f-4172-46b2-bc5c-f1a0db49b053" providerId="ADAL" clId="{90795841-6979-A54B-8AED-A303CA91F94C}" dt="2023-12-20T15:07:37.856" v="1028" actId="20577"/>
      <pc:docMkLst>
        <pc:docMk/>
      </pc:docMkLst>
      <pc:sldChg chg="modSp mod">
        <pc:chgData name="Matteo Camilli" userId="cafd7e9f-4172-46b2-bc5c-f1a0db49b053" providerId="ADAL" clId="{90795841-6979-A54B-8AED-A303CA91F94C}" dt="2023-12-20T13:26:29.194" v="424" actId="20577"/>
        <pc:sldMkLst>
          <pc:docMk/>
          <pc:sldMk cId="1138402938" sldId="433"/>
        </pc:sldMkLst>
      </pc:sldChg>
      <pc:sldChg chg="modSp mod">
        <pc:chgData name="Matteo Camilli" userId="cafd7e9f-4172-46b2-bc5c-f1a0db49b053" providerId="ADAL" clId="{90795841-6979-A54B-8AED-A303CA91F94C}" dt="2023-12-20T13:07:30.026" v="383" actId="20577"/>
        <pc:sldMkLst>
          <pc:docMk/>
          <pc:sldMk cId="3646231124" sldId="445"/>
        </pc:sldMkLst>
      </pc:sldChg>
      <pc:sldChg chg="modSp mod">
        <pc:chgData name="Matteo Camilli" userId="cafd7e9f-4172-46b2-bc5c-f1a0db49b053" providerId="ADAL" clId="{90795841-6979-A54B-8AED-A303CA91F94C}" dt="2023-12-20T13:09:37.138" v="400" actId="1076"/>
        <pc:sldMkLst>
          <pc:docMk/>
          <pc:sldMk cId="3507765078" sldId="446"/>
        </pc:sldMkLst>
      </pc:sldChg>
      <pc:sldChg chg="modSp mod">
        <pc:chgData name="Matteo Camilli" userId="cafd7e9f-4172-46b2-bc5c-f1a0db49b053" providerId="ADAL" clId="{90795841-6979-A54B-8AED-A303CA91F94C}" dt="2023-12-20T13:28:03.436" v="441" actId="20577"/>
        <pc:sldMkLst>
          <pc:docMk/>
          <pc:sldMk cId="1001695864" sldId="448"/>
        </pc:sldMkLst>
      </pc:sldChg>
      <pc:sldChg chg="modSp mod">
        <pc:chgData name="Matteo Camilli" userId="cafd7e9f-4172-46b2-bc5c-f1a0db49b053" providerId="ADAL" clId="{90795841-6979-A54B-8AED-A303CA91F94C}" dt="2023-12-20T13:35:50.577" v="560" actId="20577"/>
        <pc:sldMkLst>
          <pc:docMk/>
          <pc:sldMk cId="440763335" sldId="449"/>
        </pc:sldMkLst>
      </pc:sldChg>
      <pc:sldChg chg="modSp mod">
        <pc:chgData name="Matteo Camilli" userId="cafd7e9f-4172-46b2-bc5c-f1a0db49b053" providerId="ADAL" clId="{90795841-6979-A54B-8AED-A303CA91F94C}" dt="2023-12-20T14:05:19.813" v="1018" actId="20577"/>
        <pc:sldMkLst>
          <pc:docMk/>
          <pc:sldMk cId="933819588" sldId="450"/>
        </pc:sldMkLst>
      </pc:sldChg>
      <pc:sldChg chg="modSp mod">
        <pc:chgData name="Matteo Camilli" userId="cafd7e9f-4172-46b2-bc5c-f1a0db49b053" providerId="ADAL" clId="{90795841-6979-A54B-8AED-A303CA91F94C}" dt="2023-12-20T14:05:16.721" v="1016" actId="20577"/>
        <pc:sldMkLst>
          <pc:docMk/>
          <pc:sldMk cId="1278817111" sldId="451"/>
        </pc:sldMkLst>
      </pc:sldChg>
      <pc:sldChg chg="modSp mod">
        <pc:chgData name="Matteo Camilli" userId="cafd7e9f-4172-46b2-bc5c-f1a0db49b053" providerId="ADAL" clId="{90795841-6979-A54B-8AED-A303CA91F94C}" dt="2023-12-20T14:05:14.053" v="1014" actId="20577"/>
        <pc:sldMkLst>
          <pc:docMk/>
          <pc:sldMk cId="2437831771" sldId="452"/>
        </pc:sldMkLst>
      </pc:sldChg>
      <pc:sldChg chg="modSp mod">
        <pc:chgData name="Matteo Camilli" userId="cafd7e9f-4172-46b2-bc5c-f1a0db49b053" providerId="ADAL" clId="{90795841-6979-A54B-8AED-A303CA91F94C}" dt="2023-12-20T14:04:56.104" v="1008" actId="20577"/>
        <pc:sldMkLst>
          <pc:docMk/>
          <pc:sldMk cId="1894169361" sldId="453"/>
        </pc:sldMkLst>
      </pc:sldChg>
      <pc:sldChg chg="modSp mod">
        <pc:chgData name="Matteo Camilli" userId="cafd7e9f-4172-46b2-bc5c-f1a0db49b053" providerId="ADAL" clId="{90795841-6979-A54B-8AED-A303CA91F94C}" dt="2023-12-20T14:05:01.895" v="1012" actId="20577"/>
        <pc:sldMkLst>
          <pc:docMk/>
          <pc:sldMk cId="2042215666" sldId="454"/>
        </pc:sldMkLst>
      </pc:sldChg>
      <pc:sldChg chg="modSp mod">
        <pc:chgData name="Matteo Camilli" userId="cafd7e9f-4172-46b2-bc5c-f1a0db49b053" providerId="ADAL" clId="{90795841-6979-A54B-8AED-A303CA91F94C}" dt="2023-12-20T14:04:29.653" v="1001" actId="20577"/>
        <pc:sldMkLst>
          <pc:docMk/>
          <pc:sldMk cId="3872239788" sldId="455"/>
        </pc:sldMkLst>
      </pc:sldChg>
      <pc:sldChg chg="modSp mod">
        <pc:chgData name="Matteo Camilli" userId="cafd7e9f-4172-46b2-bc5c-f1a0db49b053" providerId="ADAL" clId="{90795841-6979-A54B-8AED-A303CA91F94C}" dt="2023-12-20T13:51:45.843" v="877" actId="20577"/>
        <pc:sldMkLst>
          <pc:docMk/>
          <pc:sldMk cId="1815757691" sldId="457"/>
        </pc:sldMkLst>
      </pc:sldChg>
      <pc:sldChg chg="modSp del mod">
        <pc:chgData name="Matteo Camilli" userId="cafd7e9f-4172-46b2-bc5c-f1a0db49b053" providerId="ADAL" clId="{90795841-6979-A54B-8AED-A303CA91F94C}" dt="2023-12-20T13:49:10.112" v="852" actId="2696"/>
        <pc:sldMkLst>
          <pc:docMk/>
          <pc:sldMk cId="1678883952" sldId="458"/>
        </pc:sldMkLst>
      </pc:sldChg>
      <pc:sldChg chg="modSp mod">
        <pc:chgData name="Matteo Camilli" userId="cafd7e9f-4172-46b2-bc5c-f1a0db49b053" providerId="ADAL" clId="{90795841-6979-A54B-8AED-A303CA91F94C}" dt="2023-12-20T13:57:27.550" v="908" actId="20577"/>
        <pc:sldMkLst>
          <pc:docMk/>
          <pc:sldMk cId="1779829890" sldId="459"/>
        </pc:sldMkLst>
      </pc:sldChg>
      <pc:sldChg chg="modSp mod">
        <pc:chgData name="Matteo Camilli" userId="cafd7e9f-4172-46b2-bc5c-f1a0db49b053" providerId="ADAL" clId="{90795841-6979-A54B-8AED-A303CA91F94C}" dt="2023-12-20T14:04:24.359" v="1000" actId="20577"/>
        <pc:sldMkLst>
          <pc:docMk/>
          <pc:sldMk cId="2868063363" sldId="460"/>
        </pc:sldMkLst>
      </pc:sldChg>
      <pc:sldChg chg="modSp mod">
        <pc:chgData name="Matteo Camilli" userId="cafd7e9f-4172-46b2-bc5c-f1a0db49b053" providerId="ADAL" clId="{90795841-6979-A54B-8AED-A303CA91F94C}" dt="2023-12-20T15:06:46.267" v="1023" actId="20577"/>
        <pc:sldMkLst>
          <pc:docMk/>
          <pc:sldMk cId="687650481" sldId="461"/>
        </pc:sldMkLst>
      </pc:sldChg>
      <pc:sldChg chg="modSp mod">
        <pc:chgData name="Matteo Camilli" userId="cafd7e9f-4172-46b2-bc5c-f1a0db49b053" providerId="ADAL" clId="{90795841-6979-A54B-8AED-A303CA91F94C}" dt="2023-12-20T15:07:10.241" v="1026" actId="20577"/>
        <pc:sldMkLst>
          <pc:docMk/>
          <pc:sldMk cId="1823734615" sldId="462"/>
        </pc:sldMkLst>
      </pc:sldChg>
      <pc:sldChg chg="modSp mod">
        <pc:chgData name="Matteo Camilli" userId="cafd7e9f-4172-46b2-bc5c-f1a0db49b053" providerId="ADAL" clId="{90795841-6979-A54B-8AED-A303CA91F94C}" dt="2023-12-20T15:07:26.720" v="1027" actId="20577"/>
        <pc:sldMkLst>
          <pc:docMk/>
          <pc:sldMk cId="389435687" sldId="463"/>
        </pc:sldMkLst>
      </pc:sldChg>
      <pc:sldChg chg="modSp mod">
        <pc:chgData name="Matteo Camilli" userId="cafd7e9f-4172-46b2-bc5c-f1a0db49b053" providerId="ADAL" clId="{90795841-6979-A54B-8AED-A303CA91F94C}" dt="2023-12-20T15:07:37.856" v="1028" actId="20577"/>
        <pc:sldMkLst>
          <pc:docMk/>
          <pc:sldMk cId="1140065206" sldId="464"/>
        </pc:sldMkLst>
      </pc:sldChg>
      <pc:sldChg chg="modSp mod">
        <pc:chgData name="Matteo Camilli" userId="cafd7e9f-4172-46b2-bc5c-f1a0db49b053" providerId="ADAL" clId="{90795841-6979-A54B-8AED-A303CA91F94C}" dt="2023-12-19T16:49:09.869" v="188" actId="20577"/>
        <pc:sldMkLst>
          <pc:docMk/>
          <pc:sldMk cId="1493609702" sldId="465"/>
        </pc:sldMkLst>
      </pc:sldChg>
      <pc:sldChg chg="addSp modSp mod">
        <pc:chgData name="Matteo Camilli" userId="cafd7e9f-4172-46b2-bc5c-f1a0db49b053" providerId="ADAL" clId="{90795841-6979-A54B-8AED-A303CA91F94C}" dt="2023-12-18T15:24:50.285" v="50" actId="20577"/>
        <pc:sldMkLst>
          <pc:docMk/>
          <pc:sldMk cId="2195444413" sldId="469"/>
        </pc:sldMkLst>
      </pc:sldChg>
      <pc:sldChg chg="modSp mod">
        <pc:chgData name="Matteo Camilli" userId="cafd7e9f-4172-46b2-bc5c-f1a0db49b053" providerId="ADAL" clId="{90795841-6979-A54B-8AED-A303CA91F94C}" dt="2023-12-18T16:19:37.886" v="52" actId="20577"/>
        <pc:sldMkLst>
          <pc:docMk/>
          <pc:sldMk cId="3215534520" sldId="473"/>
        </pc:sldMkLst>
      </pc:sldChg>
      <pc:sldChg chg="modSp mod">
        <pc:chgData name="Matteo Camilli" userId="cafd7e9f-4172-46b2-bc5c-f1a0db49b053" providerId="ADAL" clId="{90795841-6979-A54B-8AED-A303CA91F94C}" dt="2023-12-19T16:33:39.215" v="91" actId="57"/>
        <pc:sldMkLst>
          <pc:docMk/>
          <pc:sldMk cId="4182465801" sldId="47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71A295-776C-5648-BA31-7DC65FD4E4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56E297-852E-45BB-77F2-44DA0C0B12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D1488-31D7-EA47-B918-439401110165}" type="datetimeFigureOut">
              <a:rPr lang="en-IT" smtClean="0"/>
              <a:t>12/17/2024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1411C1-B822-C233-79D4-AD05A823C1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F7CDF-B23F-CE30-EE04-655DB6895E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FB8A6D-C887-0243-A1A6-CEAA0BCD1098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90836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3C7912-B898-2B46-882B-E18533015A3C}" type="datetimeFigureOut">
              <a:rPr lang="en-IT" smtClean="0"/>
              <a:t>12/17/2024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2199A7-5245-6C4D-BA04-B4D6D1A1169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21797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D205-253C-D77B-D9ED-D9ECB07A43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Software Engineering II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24544-970B-0C4A-0DB0-B1B4634A6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0AD06-63DB-731C-5526-730758ABB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2A2DF-1527-F56E-D2FE-4978A1560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‹#›</a:t>
            </a:fld>
            <a:endParaRPr lang="en-IT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34EBE9-84CE-D105-2FE1-D38B119FD7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9539" y="294482"/>
            <a:ext cx="2252922" cy="1655762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6CBD6FFA-D4DC-368B-3679-6CF539CC147C}"/>
              </a:ext>
            </a:extLst>
          </p:cNvPr>
          <p:cNvSpPr txBox="1">
            <a:spLocks/>
          </p:cNvSpPr>
          <p:nvPr userDrawn="1"/>
        </p:nvSpPr>
        <p:spPr>
          <a:xfrm>
            <a:off x="8382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T"/>
              <a:t>M Camilli, E Di Nitto, M Rossi</a:t>
            </a:r>
          </a:p>
        </p:txBody>
      </p:sp>
    </p:spTree>
    <p:extLst>
      <p:ext uri="{BB962C8B-B14F-4D97-AF65-F5344CB8AC3E}">
        <p14:creationId xmlns:p14="http://schemas.microsoft.com/office/powerpoint/2010/main" val="3421266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CF533-462E-FF1B-0FB0-C2A0E1EA0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B3BEF-F12E-9B86-DDA3-35527B9F9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D5579-2557-ACB4-DE64-F046BA96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16065-3698-DCFE-FE78-0530C4B15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‹#›</a:t>
            </a:fld>
            <a:endParaRPr lang="en-IT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6D38315-F696-94DC-6D4A-2DC4E7A8B992}"/>
              </a:ext>
            </a:extLst>
          </p:cNvPr>
          <p:cNvSpPr txBox="1">
            <a:spLocks/>
          </p:cNvSpPr>
          <p:nvPr userDrawn="1"/>
        </p:nvSpPr>
        <p:spPr>
          <a:xfrm>
            <a:off x="8382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T"/>
              <a:t>M Camilli, E Di Nitto, M Rossi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00E840-2B68-A908-39E0-4C2E540B70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5152" y="303213"/>
            <a:ext cx="1214095" cy="91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903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1AAFC-FC3F-7DEA-080C-85B79E32F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5F9C9-A2D7-503B-3CD9-A93BD7BBE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2560-C327-A147-6740-71CAD8197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B4D06-CDD7-D9AD-DB24-79A844D33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‹#›</a:t>
            </a:fld>
            <a:endParaRPr lang="en-IT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C8BA25-9906-86A2-ECF3-BB04A71FA9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5152" y="303213"/>
            <a:ext cx="1214095" cy="917895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8CB6FCB-CB14-23B6-64FF-7E7AB79D9CDA}"/>
              </a:ext>
            </a:extLst>
          </p:cNvPr>
          <p:cNvSpPr txBox="1">
            <a:spLocks/>
          </p:cNvSpPr>
          <p:nvPr userDrawn="1"/>
        </p:nvSpPr>
        <p:spPr>
          <a:xfrm>
            <a:off x="8382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T"/>
              <a:t>M Camilli, E Di Nitto, M Rossi</a:t>
            </a:r>
          </a:p>
        </p:txBody>
      </p:sp>
    </p:spTree>
    <p:extLst>
      <p:ext uri="{BB962C8B-B14F-4D97-AF65-F5344CB8AC3E}">
        <p14:creationId xmlns:p14="http://schemas.microsoft.com/office/powerpoint/2010/main" val="210782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8EFB2-4994-37FF-E514-213C8DF5A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C7966-E027-CEDA-0BDB-B0709BD576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7B7AA-A6A8-7577-996B-B5A61F629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28C87-EE21-B560-5369-01FF4E84E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9A2D9-0EE7-558D-5526-4774B77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‹#›</a:t>
            </a:fld>
            <a:endParaRPr lang="en-IT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6F3CEB-40E3-CBBA-19D5-5E012C78E3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5152" y="303213"/>
            <a:ext cx="1214095" cy="917895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09B10AE-B0D1-D8B3-0C9F-C0E7CED9FCEC}"/>
              </a:ext>
            </a:extLst>
          </p:cNvPr>
          <p:cNvSpPr txBox="1">
            <a:spLocks/>
          </p:cNvSpPr>
          <p:nvPr userDrawn="1"/>
        </p:nvSpPr>
        <p:spPr>
          <a:xfrm>
            <a:off x="8382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T"/>
              <a:t>M Camilli, E Di Nitto, M Rossi</a:t>
            </a:r>
          </a:p>
        </p:txBody>
      </p:sp>
    </p:spTree>
    <p:extLst>
      <p:ext uri="{BB962C8B-B14F-4D97-AF65-F5344CB8AC3E}">
        <p14:creationId xmlns:p14="http://schemas.microsoft.com/office/powerpoint/2010/main" val="62849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80F1E-21BE-444F-3E57-DED32F5A8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0194C-765B-774A-4834-24588778D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1F6608-B470-8804-EFE7-F53B74413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03815A-3751-C8EF-B14C-EF38185EF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B872B5-B22D-3531-BCD5-453649ADDA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9B1DAF-E6BD-DBAC-57E5-5B08E57D7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7EBCC-1D6C-53A3-46F7-36BF4C0B3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4358D4-3C68-AEFA-6A14-A02F4102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51702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ACA89-C167-F612-4D44-6E33E8A48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14FFA8-319C-D9AF-5E38-D402E64FB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FA5057-299B-667A-31DE-F75ED468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5E966-1993-1CE3-50AB-1A9297F5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53975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B399BD-6E13-7ACF-F357-722EECBE9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2C8554-A9C5-2A7A-1610-F682C625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8DF93-F970-F651-9D52-B4C8E8611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8415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1BF18-E007-E315-8CE8-A1E770B19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7086E-7810-F727-616C-B47196107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6D4AA-446D-B3F4-F9E5-69EC741CB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15342-CD35-4AF8-E867-05B4A3DF6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89BEA-68D2-6D42-0824-5AF23869B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1C7D4-8A9C-9920-CB6E-9ECF31EEA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0766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067A0-1FE4-8D02-5476-765FEB906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AF1108-C47C-C726-7FF7-41E3F55AC8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2D491-4220-FA7F-B253-C963A17EA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FA20E-0D5E-F2B2-7BF9-93477538B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14372-EA27-C828-DCEE-D2E6C2EBF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159C6-C775-648A-C902-AE61B9E71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77127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A0A70-98CA-F2A7-1B48-5059C6464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D63B3-D758-12AC-E664-FC732595E6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217CC-8D4F-4D5E-BBE4-7D7E3FF43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B82D4-BB1A-25C9-E178-713CC6E60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5BD89-2121-CCE2-4C6A-5E63CB4D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18023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7195CF-B680-53BD-7C4F-2232FD233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9ED7E-3347-01A4-695A-40042F142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84B75-58B5-6001-B3A7-E0CA2243A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109C4-4968-D29D-8376-DD23B7DF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907FB-1E19-7902-864C-4B38ABD2F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46335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A05EFB-15DA-DAB8-236A-C179DEB8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957F-E059-A509-94AD-92BEB768A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2B348-F08D-D5C6-2839-09681FDF46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CB683-95E5-67DB-27C8-39F8719E1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224E7-8A03-CB30-95C3-15844AF53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0DCBF-6A0F-2A4A-812C-7CF1FBB50149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264836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85AF7-96AC-BD2A-C565-B75EFEF42F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T"/>
              <a:t>Software Engineering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E75CD-0DA7-CF7C-CDF1-7E77FCBC6B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T"/>
              <a:t>V&amp;V Exercises</a:t>
            </a:r>
          </a:p>
        </p:txBody>
      </p:sp>
    </p:spTree>
    <p:extLst>
      <p:ext uri="{BB962C8B-B14F-4D97-AF65-F5344CB8AC3E}">
        <p14:creationId xmlns:p14="http://schemas.microsoft.com/office/powerpoint/2010/main" val="2830355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956F1-05A0-1840-7D79-08A2B67A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Verification &amp; Validation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ED2DE-6922-BB44-44F1-D5F3496F4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T"/>
              <a:t>Exercises: Concolic execution, fuzzing, SBST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AB5AB4-E5D8-5302-7FB0-7C1D15FD5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C9021-3DED-A63A-04BA-3BA25A05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03493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1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75AED-6E89-84EA-C279-A68161FFE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82820"/>
          </a:xfrm>
        </p:spPr>
        <p:txBody>
          <a:bodyPr>
            <a:normAutofit/>
          </a:bodyPr>
          <a:lstStyle/>
          <a:p>
            <a:r>
              <a:rPr lang="en-GB"/>
              <a:t>Consider the function </a:t>
            </a:r>
            <a:r>
              <a:rPr lang="en-GB" sz="2200">
                <a:latin typeface="Courier New" panose="02070309020205020404" pitchFamily="49" charset="0"/>
                <a:cs typeface="Courier New" panose="02070309020205020404" pitchFamily="49" charset="0"/>
              </a:rPr>
              <a:t>foo</a:t>
            </a:r>
            <a:r>
              <a:rPr lang="en-GB"/>
              <a:t>, written in a C-like language: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3</a:t>
            </a:fld>
            <a:endParaRPr lang="en-IT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173D7AC-EB44-1091-6D54-EAC3F9302259}"/>
              </a:ext>
            </a:extLst>
          </p:cNvPr>
          <p:cNvSpPr txBox="1">
            <a:spLocks/>
          </p:cNvSpPr>
          <p:nvPr/>
        </p:nvSpPr>
        <p:spPr>
          <a:xfrm>
            <a:off x="838200" y="2528621"/>
            <a:ext cx="5845629" cy="285593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Run a concolic execution starting from the following input {a = 1, b = 3} to find possible test cases that guarantee​:</a:t>
            </a:r>
          </a:p>
          <a:p>
            <a:pPr lvl="1"/>
            <a:r>
              <a:rPr lang="en-GB"/>
              <a:t>No execution of the loop;</a:t>
            </a:r>
            <a:endParaRPr lang="en-GB">
              <a:ea typeface="Calibri"/>
              <a:cs typeface="Calibri"/>
            </a:endParaRPr>
          </a:p>
          <a:p>
            <a:pPr lvl="1"/>
            <a:r>
              <a:rPr lang="en-GB"/>
              <a:t>Execution of the loop two times. Line 3 must be executed only in the second iteration</a:t>
            </a:r>
            <a:endParaRPr lang="en-GB">
              <a:ea typeface="Calibri"/>
              <a:cs typeface="Calibri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0EBFBEC-512E-2703-55B6-5374D1B7A8B0}"/>
              </a:ext>
            </a:extLst>
          </p:cNvPr>
          <p:cNvSpPr txBox="1">
            <a:spLocks/>
          </p:cNvSpPr>
          <p:nvPr/>
        </p:nvSpPr>
        <p:spPr>
          <a:xfrm>
            <a:off x="6829603" y="2543382"/>
            <a:ext cx="4766049" cy="19209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0: </a:t>
            </a:r>
            <a:r>
              <a:rPr lang="en-US" sz="2000">
                <a:solidFill>
                  <a:srgbClr val="7030A0"/>
                </a:solidFill>
                <a:latin typeface="Courier New"/>
                <a:cs typeface="Courier New"/>
              </a:rPr>
              <a:t>void</a:t>
            </a: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 </a:t>
            </a:r>
            <a:r>
              <a:rPr lang="en-US" sz="2000">
                <a:solidFill>
                  <a:schemeClr val="accent1"/>
                </a:solidFill>
                <a:latin typeface="Courier New"/>
                <a:cs typeface="Courier New"/>
              </a:rPr>
              <a:t>foo</a:t>
            </a:r>
            <a:r>
              <a:rPr lang="en-US" sz="2000">
                <a:latin typeface="Courier New"/>
                <a:cs typeface="Courier New"/>
              </a:rPr>
              <a:t>(</a:t>
            </a:r>
            <a:r>
              <a:rPr lang="en-US" sz="2000">
                <a:solidFill>
                  <a:srgbClr val="7030A0"/>
                </a:solidFill>
                <a:latin typeface="Courier New"/>
                <a:cs typeface="Courier New"/>
              </a:rPr>
              <a:t>int</a:t>
            </a:r>
            <a:r>
              <a:rPr lang="en-US" sz="2000">
                <a:latin typeface="Courier New"/>
                <a:cs typeface="Courier New"/>
              </a:rPr>
              <a:t> a, </a:t>
            </a:r>
            <a:r>
              <a:rPr lang="en-US" sz="2000">
                <a:solidFill>
                  <a:srgbClr val="7030A0"/>
                </a:solidFill>
                <a:latin typeface="Courier New"/>
                <a:cs typeface="Courier New"/>
              </a:rPr>
              <a:t>int</a:t>
            </a:r>
            <a:r>
              <a:rPr lang="en-US" sz="2000">
                <a:latin typeface="Courier New"/>
                <a:cs typeface="Courier New"/>
              </a:rPr>
              <a:t> b) {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1:   </a:t>
            </a:r>
            <a:r>
              <a:rPr lang="en-US" sz="2000">
                <a:solidFill>
                  <a:srgbClr val="7030A0"/>
                </a:solidFill>
                <a:latin typeface="Courier New"/>
                <a:cs typeface="Courier New"/>
              </a:rPr>
              <a:t>for </a:t>
            </a:r>
            <a:r>
              <a:rPr lang="en-US" sz="2000">
                <a:latin typeface="Courier New"/>
                <a:cs typeface="Courier New"/>
              </a:rPr>
              <a:t>(</a:t>
            </a:r>
            <a:r>
              <a:rPr lang="en-US" sz="2000">
                <a:solidFill>
                  <a:srgbClr val="7030A0"/>
                </a:solidFill>
                <a:latin typeface="Courier New"/>
                <a:cs typeface="Courier New"/>
              </a:rPr>
              <a:t>int</a:t>
            </a:r>
            <a:r>
              <a:rPr lang="en-US" sz="2000">
                <a:latin typeface="Courier New"/>
                <a:cs typeface="Courier New"/>
              </a:rPr>
              <a:t> </a:t>
            </a:r>
            <a:r>
              <a:rPr lang="en-US" sz="2000" err="1">
                <a:latin typeface="Courier New"/>
                <a:cs typeface="Courier New"/>
              </a:rPr>
              <a:t>i</a:t>
            </a:r>
            <a:r>
              <a:rPr lang="en-US" sz="2000">
                <a:latin typeface="Courier New"/>
                <a:cs typeface="Courier New"/>
              </a:rPr>
              <a:t>=a; </a:t>
            </a:r>
            <a:r>
              <a:rPr lang="en-US" sz="2000" err="1">
                <a:latin typeface="Courier New"/>
                <a:cs typeface="Courier New"/>
              </a:rPr>
              <a:t>i</a:t>
            </a:r>
            <a:r>
              <a:rPr lang="en-US" sz="2000">
                <a:latin typeface="Courier New"/>
                <a:cs typeface="Courier New"/>
              </a:rPr>
              <a:t>&lt;b; </a:t>
            </a:r>
            <a:r>
              <a:rPr lang="en-US" sz="2000" err="1">
                <a:latin typeface="Courier New"/>
                <a:cs typeface="Courier New"/>
              </a:rPr>
              <a:t>i</a:t>
            </a:r>
            <a:r>
              <a:rPr lang="en-US" sz="2000">
                <a:latin typeface="Courier New"/>
                <a:cs typeface="Courier New"/>
              </a:rPr>
              <a:t>++) {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2:</a:t>
            </a:r>
            <a:r>
              <a:rPr lang="en-US" sz="2000">
                <a:latin typeface="Courier New"/>
                <a:cs typeface="Courier New"/>
              </a:rPr>
              <a:t>     </a:t>
            </a:r>
            <a:r>
              <a:rPr lang="en-US" sz="2000">
                <a:solidFill>
                  <a:srgbClr val="7030A0"/>
                </a:solidFill>
                <a:latin typeface="Courier New"/>
                <a:cs typeface="Courier New"/>
              </a:rPr>
              <a:t>if</a:t>
            </a:r>
            <a:r>
              <a:rPr lang="en-US" sz="2000">
                <a:latin typeface="Courier New"/>
                <a:cs typeface="Courier New"/>
              </a:rPr>
              <a:t> (</a:t>
            </a:r>
            <a:r>
              <a:rPr lang="en-US" sz="2000" err="1">
                <a:latin typeface="Courier New"/>
                <a:cs typeface="Courier New"/>
              </a:rPr>
              <a:t>i</a:t>
            </a:r>
            <a:r>
              <a:rPr lang="en-US" sz="2000">
                <a:latin typeface="Courier New"/>
                <a:cs typeface="Courier New"/>
              </a:rPr>
              <a:t> % 5 == 0) {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3:</a:t>
            </a:r>
            <a:r>
              <a:rPr lang="en-US" sz="2000">
                <a:latin typeface="Courier New"/>
                <a:cs typeface="Courier New"/>
              </a:rPr>
              <a:t>       </a:t>
            </a:r>
            <a:r>
              <a:rPr lang="en-US" sz="2000">
                <a:solidFill>
                  <a:srgbClr val="7030A0"/>
                </a:solidFill>
                <a:latin typeface="Courier New"/>
                <a:cs typeface="Courier New"/>
              </a:rPr>
              <a:t>print</a:t>
            </a:r>
            <a:r>
              <a:rPr lang="en-US" sz="2000">
                <a:latin typeface="Courier New"/>
                <a:cs typeface="Courier New"/>
              </a:rPr>
              <a:t>(</a:t>
            </a:r>
            <a:r>
              <a:rPr lang="en-US" sz="2000" err="1">
                <a:latin typeface="Courier New"/>
                <a:cs typeface="Courier New"/>
              </a:rPr>
              <a:t>i</a:t>
            </a:r>
            <a:r>
              <a:rPr lang="en-US" sz="2000">
                <a:latin typeface="Courier New"/>
                <a:cs typeface="Courier New"/>
              </a:rPr>
              <a:t>)</a:t>
            </a:r>
            <a:br>
              <a:rPr lang="en-IT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4:   </a:t>
            </a:r>
            <a:r>
              <a:rPr lang="en-US" sz="2000">
                <a:latin typeface="Courier New"/>
                <a:cs typeface="Courier New"/>
              </a:rPr>
              <a:t>}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5: </a:t>
            </a:r>
            <a:r>
              <a:rPr lang="en-US" sz="2000"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3955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1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4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4" y="1544936"/>
            <a:ext cx="10515600" cy="582820"/>
          </a:xfrm>
        </p:spPr>
        <p:txBody>
          <a:bodyPr>
            <a:normAutofit/>
          </a:bodyPr>
          <a:lstStyle/>
          <a:p>
            <a:r>
              <a:rPr lang="en-GB" sz="2400"/>
              <a:t>First execution from input {a = 1, b = 3} 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A2F932F-F002-782F-4566-8DCD8864E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867152"/>
              </p:ext>
            </p:extLst>
          </p:nvPr>
        </p:nvGraphicFramePr>
        <p:xfrm>
          <a:off x="925695" y="2741757"/>
          <a:ext cx="1477084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873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20284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20284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355643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T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4F6F671-146A-182C-01C1-5A4E9828E580}"/>
              </a:ext>
            </a:extLst>
          </p:cNvPr>
          <p:cNvSpPr txBox="1"/>
          <p:nvPr/>
        </p:nvSpPr>
        <p:spPr>
          <a:xfrm>
            <a:off x="925695" y="2469047"/>
            <a:ext cx="8504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&lt;0&gt;</a:t>
            </a:r>
            <a:endParaRPr lang="en-IT" sz="15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704E8-7B46-04CD-8C79-68763957218F}"/>
              </a:ext>
            </a:extLst>
          </p:cNvPr>
          <p:cNvSpPr txBox="1">
            <a:spLocks/>
          </p:cNvSpPr>
          <p:nvPr/>
        </p:nvSpPr>
        <p:spPr>
          <a:xfrm>
            <a:off x="6187601" y="826405"/>
            <a:ext cx="4337147" cy="14021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0: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void</a:t>
            </a: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 </a:t>
            </a:r>
            <a:r>
              <a:rPr lang="en-US" sz="1800">
                <a:solidFill>
                  <a:schemeClr val="accent1"/>
                </a:solidFill>
                <a:latin typeface="Courier New"/>
                <a:cs typeface="Courier New"/>
              </a:rPr>
              <a:t>foo</a:t>
            </a:r>
            <a:r>
              <a:rPr lang="en-US" sz="1800">
                <a:latin typeface="Courier New"/>
                <a:cs typeface="Courier New"/>
              </a:rPr>
              <a:t>(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int</a:t>
            </a:r>
            <a:r>
              <a:rPr lang="en-US" sz="1800">
                <a:latin typeface="Courier New"/>
                <a:cs typeface="Courier New"/>
              </a:rPr>
              <a:t> a,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int</a:t>
            </a:r>
            <a:r>
              <a:rPr lang="en-US" sz="1800">
                <a:latin typeface="Courier New"/>
                <a:cs typeface="Courier New"/>
              </a:rPr>
              <a:t> b) {</a:t>
            </a:r>
            <a:b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1:  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for </a:t>
            </a:r>
            <a:r>
              <a:rPr lang="en-US" sz="1800">
                <a:latin typeface="Courier New"/>
                <a:cs typeface="Courier New"/>
              </a:rPr>
              <a:t>(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int</a:t>
            </a:r>
            <a:r>
              <a:rPr lang="en-US" sz="1800">
                <a:latin typeface="Courier New"/>
                <a:cs typeface="Courier New"/>
              </a:rPr>
              <a:t> 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=a; 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&lt;b; 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++) {</a:t>
            </a:r>
            <a:b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2:</a:t>
            </a:r>
            <a:r>
              <a:rPr lang="en-US" sz="1800">
                <a:latin typeface="Courier New"/>
                <a:cs typeface="Courier New"/>
              </a:rPr>
              <a:t>    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if</a:t>
            </a:r>
            <a:r>
              <a:rPr lang="en-US" sz="1800">
                <a:latin typeface="Courier New"/>
                <a:cs typeface="Courier New"/>
              </a:rPr>
              <a:t> (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 % 5 == 0) {</a:t>
            </a:r>
            <a:b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3:</a:t>
            </a:r>
            <a:r>
              <a:rPr lang="en-US" sz="1800">
                <a:latin typeface="Courier New"/>
                <a:cs typeface="Courier New"/>
              </a:rPr>
              <a:t>      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print</a:t>
            </a:r>
            <a:r>
              <a:rPr lang="en-US" sz="1800">
                <a:latin typeface="Courier New"/>
                <a:cs typeface="Courier New"/>
              </a:rPr>
              <a:t>(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)</a:t>
            </a:r>
            <a:br>
              <a:rPr lang="en-IT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4:   </a:t>
            </a:r>
            <a:r>
              <a:rPr lang="en-US" sz="1800">
                <a:latin typeface="Courier New"/>
                <a:cs typeface="Courier New"/>
              </a:rPr>
              <a:t>}</a:t>
            </a:r>
            <a:b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5: </a:t>
            </a:r>
            <a:r>
              <a:rPr lang="en-US" sz="1800">
                <a:latin typeface="Courier New"/>
                <a:cs typeface="Courier New"/>
              </a:rPr>
              <a:t>}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CA8FD4-3B67-2720-4588-B828BF5A4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638916"/>
              </p:ext>
            </p:extLst>
          </p:nvPr>
        </p:nvGraphicFramePr>
        <p:xfrm>
          <a:off x="3036829" y="2733637"/>
          <a:ext cx="1699555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841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337457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02771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A&lt;B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3141478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DEC119-7821-0160-90A0-CFF10FAB5E3E}"/>
              </a:ext>
            </a:extLst>
          </p:cNvPr>
          <p:cNvCxnSpPr>
            <a:cxnSpLocks/>
          </p:cNvCxnSpPr>
          <p:nvPr/>
        </p:nvCxnSpPr>
        <p:spPr>
          <a:xfrm>
            <a:off x="2537470" y="3107517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988ADE8-8F9F-E1D1-719F-277EF93EA0B4}"/>
              </a:ext>
            </a:extLst>
          </p:cNvPr>
          <p:cNvSpPr txBox="1"/>
          <p:nvPr/>
        </p:nvSpPr>
        <p:spPr>
          <a:xfrm>
            <a:off x="2928920" y="2410472"/>
            <a:ext cx="8504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&lt;0,1&gt;</a:t>
            </a:r>
            <a:endParaRPr lang="en-IT" sz="150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2A70783-36BF-80E5-68CA-F69AC135B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795858"/>
              </p:ext>
            </p:extLst>
          </p:nvPr>
        </p:nvGraphicFramePr>
        <p:xfrm>
          <a:off x="5477186" y="2716486"/>
          <a:ext cx="221008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626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38826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345845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984789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A&lt;B</a:t>
                      </a:r>
                      <a:br>
                        <a:rPr lang="en-US" sz="1800">
                          <a:solidFill>
                            <a:schemeClr val="accent2"/>
                          </a:solidFill>
                        </a:rPr>
                      </a:br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A%5≠0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86895799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BBC4A5B-25F6-6B55-5337-D7603D0BB3C9}"/>
              </a:ext>
            </a:extLst>
          </p:cNvPr>
          <p:cNvCxnSpPr>
            <a:cxnSpLocks/>
          </p:cNvCxnSpPr>
          <p:nvPr/>
        </p:nvCxnSpPr>
        <p:spPr>
          <a:xfrm>
            <a:off x="4977828" y="3090366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13E6B9E-A2B9-C1F9-9599-683A3E8A38B7}"/>
              </a:ext>
            </a:extLst>
          </p:cNvPr>
          <p:cNvSpPr txBox="1"/>
          <p:nvPr/>
        </p:nvSpPr>
        <p:spPr>
          <a:xfrm>
            <a:off x="5369278" y="2393321"/>
            <a:ext cx="112869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&lt;0,1,2&gt;</a:t>
            </a:r>
            <a:endParaRPr lang="en-IT" sz="150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0AD8D92-002C-C145-6286-B419E13E1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363716"/>
              </p:ext>
            </p:extLst>
          </p:nvPr>
        </p:nvGraphicFramePr>
        <p:xfrm>
          <a:off x="8356175" y="2713294"/>
          <a:ext cx="2210086" cy="164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354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02771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576943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876018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A+1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strike="sngStrike">
                          <a:solidFill>
                            <a:schemeClr val="tx1"/>
                          </a:solidFill>
                        </a:rPr>
                        <a:t>A&lt;B</a:t>
                      </a:r>
                      <a:br>
                        <a:rPr lang="en-US" sz="1800">
                          <a:solidFill>
                            <a:schemeClr val="accent2"/>
                          </a:solidFill>
                        </a:rPr>
                      </a:b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A%5≠0</a:t>
                      </a:r>
                      <a:br>
                        <a:rPr lang="en-US" sz="180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A+1&lt;B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02020849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827C5B1-DEBB-5B89-57E1-2A330E1422A4}"/>
              </a:ext>
            </a:extLst>
          </p:cNvPr>
          <p:cNvCxnSpPr>
            <a:cxnSpLocks/>
          </p:cNvCxnSpPr>
          <p:nvPr/>
        </p:nvCxnSpPr>
        <p:spPr>
          <a:xfrm>
            <a:off x="7856817" y="3087174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100098F-566E-2FE1-E192-BD6D27B63418}"/>
              </a:ext>
            </a:extLst>
          </p:cNvPr>
          <p:cNvSpPr txBox="1"/>
          <p:nvPr/>
        </p:nvSpPr>
        <p:spPr>
          <a:xfrm>
            <a:off x="8248267" y="2390129"/>
            <a:ext cx="147463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&lt;0,1,2,1&gt;</a:t>
            </a:r>
            <a:endParaRPr lang="en-IT" sz="150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1C94043-006F-96F4-4099-553B7E7537A0}"/>
              </a:ext>
            </a:extLst>
          </p:cNvPr>
          <p:cNvCxnSpPr>
            <a:cxnSpLocks/>
          </p:cNvCxnSpPr>
          <p:nvPr/>
        </p:nvCxnSpPr>
        <p:spPr>
          <a:xfrm>
            <a:off x="10776857" y="3087174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45898EEB-591B-75FF-6BE4-7DE35699B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43784"/>
              </p:ext>
            </p:extLst>
          </p:nvPr>
        </p:nvGraphicFramePr>
        <p:xfrm>
          <a:off x="1044488" y="4490104"/>
          <a:ext cx="2507301" cy="164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717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24543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1111441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A+1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A%5≠0</a:t>
                      </a:r>
                      <a:br>
                        <a:rPr lang="en-US" sz="180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A+1&lt;B</a:t>
                      </a:r>
                      <a:br>
                        <a:rPr lang="en-US" sz="1800">
                          <a:solidFill>
                            <a:schemeClr val="accent2"/>
                          </a:solidFill>
                        </a:rPr>
                      </a:br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A+1%5≠0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02020849"/>
                  </a:ext>
                </a:extLst>
              </a:tr>
            </a:tbl>
          </a:graphicData>
        </a:graphic>
      </p:graphicFrame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AB177FA-D277-1796-3557-016F5FEF3C0A}"/>
              </a:ext>
            </a:extLst>
          </p:cNvPr>
          <p:cNvCxnSpPr>
            <a:cxnSpLocks/>
          </p:cNvCxnSpPr>
          <p:nvPr/>
        </p:nvCxnSpPr>
        <p:spPr>
          <a:xfrm>
            <a:off x="545131" y="4863984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14AB9FD-E8F2-03E9-A0B7-E470702596D1}"/>
              </a:ext>
            </a:extLst>
          </p:cNvPr>
          <p:cNvSpPr txBox="1"/>
          <p:nvPr/>
        </p:nvSpPr>
        <p:spPr>
          <a:xfrm>
            <a:off x="925695" y="4221369"/>
            <a:ext cx="147463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&lt;0,1,2,1,2&gt;</a:t>
            </a:r>
            <a:endParaRPr lang="en-IT" sz="1500"/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2267A31B-236F-23DE-EBF7-49AB5109A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941714"/>
              </p:ext>
            </p:extLst>
          </p:nvPr>
        </p:nvGraphicFramePr>
        <p:xfrm>
          <a:off x="4339200" y="4484856"/>
          <a:ext cx="3348072" cy="192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7857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772886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1634815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A+2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A%5≠0</a:t>
                      </a:r>
                      <a:br>
                        <a:rPr lang="en-US" sz="180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strike="sngStrike">
                          <a:solidFill>
                            <a:schemeClr val="tx1"/>
                          </a:solidFill>
                        </a:rPr>
                        <a:t>A+1&lt;B</a:t>
                      </a:r>
                      <a:br>
                        <a:rPr lang="en-US" sz="1800">
                          <a:solidFill>
                            <a:schemeClr val="accent2"/>
                          </a:solidFill>
                        </a:rPr>
                      </a:b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A+1%5≠0</a:t>
                      </a:r>
                      <a:br>
                        <a:rPr lang="en-US" sz="1800">
                          <a:solidFill>
                            <a:schemeClr val="accent2"/>
                          </a:solidFill>
                        </a:rPr>
                      </a:br>
                      <a:r>
                        <a:rPr lang="en-US" sz="1800" strike="sngStrike">
                          <a:solidFill>
                            <a:schemeClr val="accent2"/>
                          </a:solidFill>
                        </a:rPr>
                        <a:t>A+2≥B</a:t>
                      </a:r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  A+2 = B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020849"/>
                  </a:ext>
                </a:extLst>
              </a:tr>
            </a:tbl>
          </a:graphicData>
        </a:graphic>
      </p:graphicFrame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A632BF9-1AB7-0F18-5451-404F9C6C1800}"/>
              </a:ext>
            </a:extLst>
          </p:cNvPr>
          <p:cNvCxnSpPr>
            <a:cxnSpLocks/>
          </p:cNvCxnSpPr>
          <p:nvPr/>
        </p:nvCxnSpPr>
        <p:spPr>
          <a:xfrm>
            <a:off x="3839843" y="4858736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0C266D6-81AE-CBAA-2B8C-583C5EBBB9BC}"/>
              </a:ext>
            </a:extLst>
          </p:cNvPr>
          <p:cNvSpPr txBox="1"/>
          <p:nvPr/>
        </p:nvSpPr>
        <p:spPr>
          <a:xfrm>
            <a:off x="4220407" y="4216121"/>
            <a:ext cx="179939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&lt;0,1,2,1,2,1&gt;</a:t>
            </a:r>
            <a:endParaRPr lang="en-IT" sz="15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1099F0-5B62-486B-AA7B-D983983EFC20}"/>
              </a:ext>
            </a:extLst>
          </p:cNvPr>
          <p:cNvSpPr txBox="1"/>
          <p:nvPr/>
        </p:nvSpPr>
        <p:spPr>
          <a:xfrm>
            <a:off x="8248267" y="5015932"/>
            <a:ext cx="3500958" cy="101566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2000">
                <a:solidFill>
                  <a:srgbClr val="FF0000"/>
                </a:solidFill>
              </a:rPr>
              <a:t>T</a:t>
            </a:r>
            <a:r>
              <a:rPr lang="en-IT" sz="2000">
                <a:solidFill>
                  <a:srgbClr val="FF0000"/>
                </a:solidFill>
              </a:rPr>
              <a:t>he test case executes the loop </a:t>
            </a:r>
            <a:br>
              <a:rPr lang="en-IT" sz="2000">
                <a:solidFill>
                  <a:srgbClr val="FF0000"/>
                </a:solidFill>
              </a:rPr>
            </a:br>
            <a:r>
              <a:rPr lang="en-IT" sz="2000">
                <a:solidFill>
                  <a:srgbClr val="FF0000"/>
                </a:solidFill>
              </a:rPr>
              <a:t>2 times without executing </a:t>
            </a:r>
            <a:br>
              <a:rPr lang="en-IT" sz="2000">
                <a:solidFill>
                  <a:srgbClr val="FF0000"/>
                </a:solidFill>
              </a:rPr>
            </a:br>
            <a:r>
              <a:rPr lang="en-IT" sz="2000">
                <a:solidFill>
                  <a:srgbClr val="FF0000"/>
                </a:solidFill>
              </a:rPr>
              <a:t>the location 3</a:t>
            </a:r>
          </a:p>
        </p:txBody>
      </p:sp>
    </p:spTree>
    <p:extLst>
      <p:ext uri="{BB962C8B-B14F-4D97-AF65-F5344CB8AC3E}">
        <p14:creationId xmlns:p14="http://schemas.microsoft.com/office/powerpoint/2010/main" val="180860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3" grpId="0"/>
      <p:bldP spid="26" grpId="0"/>
      <p:bldP spid="46" grpId="0"/>
      <p:bldP spid="49" grpId="0"/>
      <p:bldP spid="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1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5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4" y="1544936"/>
            <a:ext cx="10515600" cy="683610"/>
          </a:xfrm>
        </p:spPr>
        <p:txBody>
          <a:bodyPr>
            <a:normAutofit fontScale="92500" lnSpcReduction="10000"/>
          </a:bodyPr>
          <a:lstStyle/>
          <a:p>
            <a:r>
              <a:rPr lang="en-GB" sz="2400"/>
              <a:t>Let’s find a test case that runs the loop</a:t>
            </a:r>
            <a:br>
              <a:rPr lang="en-GB" sz="2400"/>
            </a:br>
            <a:r>
              <a:rPr lang="en-GB" sz="2400"/>
              <a:t>zero times…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A2F932F-F002-782F-4566-8DCD8864EA1B}"/>
              </a:ext>
            </a:extLst>
          </p:cNvPr>
          <p:cNvGraphicFramePr>
            <a:graphicFrameLocks noGrp="1"/>
          </p:cNvGraphicFramePr>
          <p:nvPr/>
        </p:nvGraphicFramePr>
        <p:xfrm>
          <a:off x="925695" y="2741757"/>
          <a:ext cx="1477084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873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20284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20284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355643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T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4F6F671-146A-182C-01C1-5A4E9828E580}"/>
              </a:ext>
            </a:extLst>
          </p:cNvPr>
          <p:cNvSpPr txBox="1"/>
          <p:nvPr/>
        </p:nvSpPr>
        <p:spPr>
          <a:xfrm>
            <a:off x="925695" y="2469047"/>
            <a:ext cx="8504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&lt;0&gt;</a:t>
            </a:r>
            <a:endParaRPr lang="en-IT" sz="15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704E8-7B46-04CD-8C79-68763957218F}"/>
              </a:ext>
            </a:extLst>
          </p:cNvPr>
          <p:cNvSpPr txBox="1">
            <a:spLocks/>
          </p:cNvSpPr>
          <p:nvPr/>
        </p:nvSpPr>
        <p:spPr>
          <a:xfrm>
            <a:off x="6187601" y="826405"/>
            <a:ext cx="4337147" cy="14021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0: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void</a:t>
            </a: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 </a:t>
            </a:r>
            <a:r>
              <a:rPr lang="en-US" sz="1800">
                <a:solidFill>
                  <a:schemeClr val="accent1"/>
                </a:solidFill>
                <a:latin typeface="Courier New"/>
                <a:cs typeface="Courier New"/>
              </a:rPr>
              <a:t>foo</a:t>
            </a:r>
            <a:r>
              <a:rPr lang="en-US" sz="1800">
                <a:latin typeface="Courier New"/>
                <a:cs typeface="Courier New"/>
              </a:rPr>
              <a:t>(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int</a:t>
            </a:r>
            <a:r>
              <a:rPr lang="en-US" sz="1800">
                <a:latin typeface="Courier New"/>
                <a:cs typeface="Courier New"/>
              </a:rPr>
              <a:t> a,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int</a:t>
            </a:r>
            <a:r>
              <a:rPr lang="en-US" sz="1800">
                <a:latin typeface="Courier New"/>
                <a:cs typeface="Courier New"/>
              </a:rPr>
              <a:t> b) {</a:t>
            </a:r>
            <a:b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1:  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for </a:t>
            </a:r>
            <a:r>
              <a:rPr lang="en-US" sz="1800">
                <a:latin typeface="Courier New"/>
                <a:cs typeface="Courier New"/>
              </a:rPr>
              <a:t>(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int</a:t>
            </a:r>
            <a:r>
              <a:rPr lang="en-US" sz="1800">
                <a:latin typeface="Courier New"/>
                <a:cs typeface="Courier New"/>
              </a:rPr>
              <a:t> 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=a; 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&lt;b; 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++) {</a:t>
            </a:r>
            <a:b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2:</a:t>
            </a:r>
            <a:r>
              <a:rPr lang="en-US" sz="1800">
                <a:latin typeface="Courier New"/>
                <a:cs typeface="Courier New"/>
              </a:rPr>
              <a:t>    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if</a:t>
            </a:r>
            <a:r>
              <a:rPr lang="en-US" sz="1800">
                <a:latin typeface="Courier New"/>
                <a:cs typeface="Courier New"/>
              </a:rPr>
              <a:t> (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 % 5 == 0) {</a:t>
            </a:r>
            <a:b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3:</a:t>
            </a:r>
            <a:r>
              <a:rPr lang="en-US" sz="1800">
                <a:latin typeface="Courier New"/>
                <a:cs typeface="Courier New"/>
              </a:rPr>
              <a:t>      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print</a:t>
            </a:r>
            <a:r>
              <a:rPr lang="en-US" sz="1800">
                <a:latin typeface="Courier New"/>
                <a:cs typeface="Courier New"/>
              </a:rPr>
              <a:t>(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)</a:t>
            </a:r>
            <a:br>
              <a:rPr lang="en-IT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4:   </a:t>
            </a:r>
            <a:r>
              <a:rPr lang="en-US" sz="1800">
                <a:latin typeface="Courier New"/>
                <a:cs typeface="Courier New"/>
              </a:rPr>
              <a:t>}</a:t>
            </a:r>
            <a:b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5: </a:t>
            </a:r>
            <a:r>
              <a:rPr lang="en-US" sz="1800">
                <a:latin typeface="Courier New"/>
                <a:cs typeface="Courier New"/>
              </a:rPr>
              <a:t>}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CA8FD4-3B67-2720-4588-B828BF5A4E35}"/>
              </a:ext>
            </a:extLst>
          </p:cNvPr>
          <p:cNvGraphicFramePr>
            <a:graphicFrameLocks noGrp="1"/>
          </p:cNvGraphicFramePr>
          <p:nvPr/>
        </p:nvGraphicFramePr>
        <p:xfrm>
          <a:off x="3036829" y="2733637"/>
          <a:ext cx="1699555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841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337457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02771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A&lt;B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3141478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DEC119-7821-0160-90A0-CFF10FAB5E3E}"/>
              </a:ext>
            </a:extLst>
          </p:cNvPr>
          <p:cNvCxnSpPr>
            <a:cxnSpLocks/>
          </p:cNvCxnSpPr>
          <p:nvPr/>
        </p:nvCxnSpPr>
        <p:spPr>
          <a:xfrm>
            <a:off x="2537470" y="3107517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988ADE8-8F9F-E1D1-719F-277EF93EA0B4}"/>
              </a:ext>
            </a:extLst>
          </p:cNvPr>
          <p:cNvSpPr txBox="1"/>
          <p:nvPr/>
        </p:nvSpPr>
        <p:spPr>
          <a:xfrm>
            <a:off x="2928920" y="2410472"/>
            <a:ext cx="8504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&lt;0,1&gt;</a:t>
            </a:r>
            <a:endParaRPr lang="en-IT" sz="15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1099F0-5B62-486B-AA7B-D983983EFC20}"/>
              </a:ext>
            </a:extLst>
          </p:cNvPr>
          <p:cNvSpPr txBox="1"/>
          <p:nvPr/>
        </p:nvSpPr>
        <p:spPr>
          <a:xfrm>
            <a:off x="6008914" y="4622576"/>
            <a:ext cx="5298245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2000">
                <a:solidFill>
                  <a:srgbClr val="FF0000"/>
                </a:solidFill>
              </a:rPr>
              <a:t>T</a:t>
            </a:r>
            <a:r>
              <a:rPr lang="en-IT" sz="2000">
                <a:solidFill>
                  <a:srgbClr val="FF0000"/>
                </a:solidFill>
              </a:rPr>
              <a:t>he new test case {a = 3, b = 1} does not execte </a:t>
            </a:r>
            <a:br>
              <a:rPr lang="en-IT" sz="2000">
                <a:solidFill>
                  <a:srgbClr val="FF0000"/>
                </a:solidFill>
              </a:rPr>
            </a:br>
            <a:r>
              <a:rPr lang="en-IT" sz="2000">
                <a:solidFill>
                  <a:srgbClr val="FF0000"/>
                </a:solidFill>
              </a:rPr>
              <a:t>the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DC8215-25CE-F021-1972-A0404455B359}"/>
              </a:ext>
            </a:extLst>
          </p:cNvPr>
          <p:cNvSpPr txBox="1"/>
          <p:nvPr/>
        </p:nvSpPr>
        <p:spPr>
          <a:xfrm>
            <a:off x="6096000" y="2899715"/>
            <a:ext cx="2321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/>
              <a:t>¬( A &lt; B ) =&gt; A ≥ B</a:t>
            </a:r>
            <a:endParaRPr lang="en-IT"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A97560-FFFE-2BAA-F9E9-F901F9DF645D}"/>
              </a:ext>
            </a:extLst>
          </p:cNvPr>
          <p:cNvSpPr txBox="1"/>
          <p:nvPr/>
        </p:nvSpPr>
        <p:spPr>
          <a:xfrm>
            <a:off x="5071546" y="2899715"/>
            <a:ext cx="1116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cs typeface="Courier New" panose="02070309020205020404" pitchFamily="49" charset="0"/>
              </a:rPr>
              <a:t>Negation:</a:t>
            </a:r>
            <a:endParaRPr lang="en-I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D7DBB0-2F75-1B50-8F45-EC12C5DB0193}"/>
              </a:ext>
            </a:extLst>
          </p:cNvPr>
          <p:cNvSpPr txBox="1"/>
          <p:nvPr/>
        </p:nvSpPr>
        <p:spPr>
          <a:xfrm>
            <a:off x="6096000" y="3269047"/>
            <a:ext cx="2321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/>
              <a:t>A ≥ B</a:t>
            </a:r>
            <a:endParaRPr lang="en-IT" sz="1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4DFA3D-3CBE-ABF0-974F-8DD424383683}"/>
              </a:ext>
            </a:extLst>
          </p:cNvPr>
          <p:cNvSpPr txBox="1"/>
          <p:nvPr/>
        </p:nvSpPr>
        <p:spPr>
          <a:xfrm>
            <a:off x="5071546" y="3269047"/>
            <a:ext cx="1116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cs typeface="Courier New" panose="02070309020205020404" pitchFamily="49" charset="0"/>
              </a:rPr>
              <a:t>Solve:</a:t>
            </a:r>
            <a:endParaRPr lang="en-IT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62C57301-528B-780F-68F0-070FBC5391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6320"/>
              </p:ext>
            </p:extLst>
          </p:nvPr>
        </p:nvGraphicFramePr>
        <p:xfrm>
          <a:off x="925695" y="4526744"/>
          <a:ext cx="1477084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873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20284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20284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355643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T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50378582-7DE2-BCA0-C116-3356947F42F1}"/>
              </a:ext>
            </a:extLst>
          </p:cNvPr>
          <p:cNvSpPr txBox="1"/>
          <p:nvPr/>
        </p:nvSpPr>
        <p:spPr>
          <a:xfrm>
            <a:off x="925695" y="4254034"/>
            <a:ext cx="8504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&lt;0&gt;</a:t>
            </a:r>
            <a:endParaRPr lang="en-IT" sz="150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4640C55-F08C-C9AD-8BD9-7CDB65B80835}"/>
              </a:ext>
            </a:extLst>
          </p:cNvPr>
          <p:cNvCxnSpPr>
            <a:cxnSpLocks/>
          </p:cNvCxnSpPr>
          <p:nvPr/>
        </p:nvCxnSpPr>
        <p:spPr>
          <a:xfrm>
            <a:off x="2537470" y="4892504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56B2BDC6-2819-FE81-061A-20B3CC5CBC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244414"/>
              </p:ext>
            </p:extLst>
          </p:nvPr>
        </p:nvGraphicFramePr>
        <p:xfrm>
          <a:off x="3090719" y="4523414"/>
          <a:ext cx="1699555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841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337457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02771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A≥B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414789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8470216C-167A-9A94-EE85-D3C859857FE3}"/>
              </a:ext>
            </a:extLst>
          </p:cNvPr>
          <p:cNvSpPr txBox="1"/>
          <p:nvPr/>
        </p:nvSpPr>
        <p:spPr>
          <a:xfrm>
            <a:off x="2982810" y="4200249"/>
            <a:ext cx="8504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&lt;0,1&gt;</a:t>
            </a:r>
            <a:endParaRPr lang="en-IT" sz="1500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5938D30B-9441-678A-B632-411408E7DC38}"/>
              </a:ext>
            </a:extLst>
          </p:cNvPr>
          <p:cNvSpPr/>
          <p:nvPr/>
        </p:nvSpPr>
        <p:spPr>
          <a:xfrm>
            <a:off x="1894114" y="3690257"/>
            <a:ext cx="4582886" cy="718457"/>
          </a:xfrm>
          <a:custGeom>
            <a:avLst/>
            <a:gdLst>
              <a:gd name="connsiteX0" fmla="*/ 4582886 w 4582886"/>
              <a:gd name="connsiteY0" fmla="*/ 0 h 718457"/>
              <a:gd name="connsiteX1" fmla="*/ 3788229 w 4582886"/>
              <a:gd name="connsiteY1" fmla="*/ 402772 h 718457"/>
              <a:gd name="connsiteX2" fmla="*/ 794657 w 4582886"/>
              <a:gd name="connsiteY2" fmla="*/ 163286 h 718457"/>
              <a:gd name="connsiteX3" fmla="*/ 0 w 4582886"/>
              <a:gd name="connsiteY3" fmla="*/ 718457 h 718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2886" h="718457">
                <a:moveTo>
                  <a:pt x="4582886" y="0"/>
                </a:moveTo>
                <a:cubicBezTo>
                  <a:pt x="4501243" y="187779"/>
                  <a:pt x="4419600" y="375558"/>
                  <a:pt x="3788229" y="402772"/>
                </a:cubicBezTo>
                <a:cubicBezTo>
                  <a:pt x="3156857" y="429986"/>
                  <a:pt x="1426028" y="110672"/>
                  <a:pt x="794657" y="163286"/>
                </a:cubicBezTo>
                <a:cubicBezTo>
                  <a:pt x="163286" y="215900"/>
                  <a:pt x="114300" y="620486"/>
                  <a:pt x="0" y="718457"/>
                </a:cubicBezTo>
              </a:path>
            </a:pathLst>
          </a:custGeom>
          <a:noFill/>
          <a:ln>
            <a:prstDash val="dash"/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CDB73B-9F97-D2E3-80D3-2D86AF44BFA6}"/>
              </a:ext>
            </a:extLst>
          </p:cNvPr>
          <p:cNvSpPr txBox="1"/>
          <p:nvPr/>
        </p:nvSpPr>
        <p:spPr>
          <a:xfrm>
            <a:off x="6364569" y="3781991"/>
            <a:ext cx="1796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800">
                <a:solidFill>
                  <a:srgbClr val="FF0000"/>
                </a:solidFill>
              </a:rPr>
              <a:t>{a = 3, b = 1} </a:t>
            </a:r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43999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50" grpId="0"/>
      <p:bldP spid="6" grpId="0"/>
      <p:bldP spid="8" grpId="0"/>
      <p:bldP spid="19" grpId="0"/>
      <p:bldP spid="27" grpId="0"/>
      <p:bldP spid="29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1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6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4" y="1544936"/>
            <a:ext cx="10515600" cy="582820"/>
          </a:xfrm>
        </p:spPr>
        <p:txBody>
          <a:bodyPr>
            <a:normAutofit fontScale="92500" lnSpcReduction="20000"/>
          </a:bodyPr>
          <a:lstStyle/>
          <a:p>
            <a:r>
              <a:rPr lang="en-GB" sz="2400"/>
              <a:t>Let’s find a test case for the other path:</a:t>
            </a:r>
            <a:br>
              <a:rPr lang="en-GB" sz="2400"/>
            </a:br>
            <a:r>
              <a:rPr lang="en-GB" sz="2400"/>
              <a:t>&lt;0,1,2,1,2,3,1&gt;</a:t>
            </a:r>
          </a:p>
          <a:p>
            <a:endParaRPr lang="en-GB" sz="2400"/>
          </a:p>
          <a:p>
            <a:endParaRPr lang="en-GB" sz="240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A2F932F-F002-782F-4566-8DCD8864E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890921"/>
              </p:ext>
            </p:extLst>
          </p:nvPr>
        </p:nvGraphicFramePr>
        <p:xfrm>
          <a:off x="838200" y="2709215"/>
          <a:ext cx="1477084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873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20284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20284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355643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T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4F6F671-146A-182C-01C1-5A4E9828E580}"/>
              </a:ext>
            </a:extLst>
          </p:cNvPr>
          <p:cNvSpPr txBox="1"/>
          <p:nvPr/>
        </p:nvSpPr>
        <p:spPr>
          <a:xfrm>
            <a:off x="838200" y="2436505"/>
            <a:ext cx="8504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&lt;0&gt;</a:t>
            </a:r>
            <a:endParaRPr lang="en-IT" sz="15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704E8-7B46-04CD-8C79-68763957218F}"/>
              </a:ext>
            </a:extLst>
          </p:cNvPr>
          <p:cNvSpPr txBox="1">
            <a:spLocks/>
          </p:cNvSpPr>
          <p:nvPr/>
        </p:nvSpPr>
        <p:spPr>
          <a:xfrm>
            <a:off x="6187601" y="826405"/>
            <a:ext cx="4337147" cy="14021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0: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void</a:t>
            </a: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 </a:t>
            </a:r>
            <a:r>
              <a:rPr lang="en-US" sz="1800">
                <a:solidFill>
                  <a:schemeClr val="accent1"/>
                </a:solidFill>
                <a:latin typeface="Courier New"/>
                <a:cs typeface="Courier New"/>
              </a:rPr>
              <a:t>foo</a:t>
            </a:r>
            <a:r>
              <a:rPr lang="en-US" sz="1800">
                <a:latin typeface="Courier New"/>
                <a:cs typeface="Courier New"/>
              </a:rPr>
              <a:t>(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int</a:t>
            </a:r>
            <a:r>
              <a:rPr lang="en-US" sz="1800">
                <a:latin typeface="Courier New"/>
                <a:cs typeface="Courier New"/>
              </a:rPr>
              <a:t> a,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int</a:t>
            </a:r>
            <a:r>
              <a:rPr lang="en-US" sz="1800">
                <a:latin typeface="Courier New"/>
                <a:cs typeface="Courier New"/>
              </a:rPr>
              <a:t> b) {</a:t>
            </a:r>
            <a:b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1:  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for </a:t>
            </a:r>
            <a:r>
              <a:rPr lang="en-US" sz="1800">
                <a:latin typeface="Courier New"/>
                <a:cs typeface="Courier New"/>
              </a:rPr>
              <a:t>(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int</a:t>
            </a:r>
            <a:r>
              <a:rPr lang="en-US" sz="1800">
                <a:latin typeface="Courier New"/>
                <a:cs typeface="Courier New"/>
              </a:rPr>
              <a:t> 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=a; 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&lt;b; 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++) {</a:t>
            </a:r>
            <a:b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2:</a:t>
            </a:r>
            <a:r>
              <a:rPr lang="en-US" sz="1800">
                <a:latin typeface="Courier New"/>
                <a:cs typeface="Courier New"/>
              </a:rPr>
              <a:t>    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if</a:t>
            </a:r>
            <a:r>
              <a:rPr lang="en-US" sz="1800">
                <a:latin typeface="Courier New"/>
                <a:cs typeface="Courier New"/>
              </a:rPr>
              <a:t> (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 % 5 == 0) {</a:t>
            </a:r>
            <a:b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3:</a:t>
            </a:r>
            <a:r>
              <a:rPr lang="en-US" sz="1800">
                <a:latin typeface="Courier New"/>
                <a:cs typeface="Courier New"/>
              </a:rPr>
              <a:t>      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print</a:t>
            </a:r>
            <a:r>
              <a:rPr lang="en-US" sz="1800">
                <a:latin typeface="Courier New"/>
                <a:cs typeface="Courier New"/>
              </a:rPr>
              <a:t>(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)</a:t>
            </a:r>
            <a:br>
              <a:rPr lang="en-IT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4:   </a:t>
            </a:r>
            <a:r>
              <a:rPr lang="en-US" sz="1800">
                <a:latin typeface="Courier New"/>
                <a:cs typeface="Courier New"/>
              </a:rPr>
              <a:t>}</a:t>
            </a:r>
            <a:b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5: </a:t>
            </a:r>
            <a:r>
              <a:rPr lang="en-US" sz="1800">
                <a:latin typeface="Courier New"/>
                <a:cs typeface="Courier New"/>
              </a:rPr>
              <a:t>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DEC119-7821-0160-90A0-CFF10FAB5E3E}"/>
              </a:ext>
            </a:extLst>
          </p:cNvPr>
          <p:cNvCxnSpPr>
            <a:cxnSpLocks/>
          </p:cNvCxnSpPr>
          <p:nvPr/>
        </p:nvCxnSpPr>
        <p:spPr>
          <a:xfrm>
            <a:off x="2449975" y="3074975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2267A31B-236F-23DE-EBF7-49AB5109A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800382"/>
              </p:ext>
            </p:extLst>
          </p:nvPr>
        </p:nvGraphicFramePr>
        <p:xfrm>
          <a:off x="4421964" y="2709215"/>
          <a:ext cx="3348072" cy="192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7857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772886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1634815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A+2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A%5≠0</a:t>
                      </a:r>
                      <a:br>
                        <a:rPr lang="en-US" sz="180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strike="sngStrike">
                          <a:solidFill>
                            <a:schemeClr val="tx1"/>
                          </a:solidFill>
                        </a:rPr>
                        <a:t>A+1&lt;B</a:t>
                      </a:r>
                      <a:br>
                        <a:rPr lang="en-US" sz="1800">
                          <a:solidFill>
                            <a:schemeClr val="accent2"/>
                          </a:solidFill>
                        </a:rPr>
                      </a:b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A+1%5≠0</a:t>
                      </a:r>
                      <a:br>
                        <a:rPr lang="en-US" sz="1800">
                          <a:solidFill>
                            <a:schemeClr val="accent2"/>
                          </a:solidFill>
                        </a:rPr>
                      </a:br>
                      <a:r>
                        <a:rPr lang="en-US" sz="1800" strike="sngStrike">
                          <a:solidFill>
                            <a:schemeClr val="accent2"/>
                          </a:solidFill>
                        </a:rPr>
                        <a:t>A+2≥B</a:t>
                      </a:r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  A+2=B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020849"/>
                  </a:ext>
                </a:extLst>
              </a:tr>
            </a:tbl>
          </a:graphicData>
        </a:graphic>
      </p:graphicFrame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A632BF9-1AB7-0F18-5451-404F9C6C1800}"/>
              </a:ext>
            </a:extLst>
          </p:cNvPr>
          <p:cNvCxnSpPr>
            <a:cxnSpLocks/>
          </p:cNvCxnSpPr>
          <p:nvPr/>
        </p:nvCxnSpPr>
        <p:spPr>
          <a:xfrm>
            <a:off x="3922607" y="3083095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4104113-13F9-5330-B952-B523A4F8AE8D}"/>
              </a:ext>
            </a:extLst>
          </p:cNvPr>
          <p:cNvSpPr txBox="1"/>
          <p:nvPr/>
        </p:nvSpPr>
        <p:spPr>
          <a:xfrm>
            <a:off x="3234188" y="2888523"/>
            <a:ext cx="359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/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971B30-D455-AA27-F139-5A230CB876C4}"/>
              </a:ext>
            </a:extLst>
          </p:cNvPr>
          <p:cNvSpPr txBox="1"/>
          <p:nvPr/>
        </p:nvSpPr>
        <p:spPr>
          <a:xfrm>
            <a:off x="8153400" y="3306655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/>
              <a:t>A</a:t>
            </a:r>
            <a:r>
              <a:rPr lang="en-US"/>
              <a:t>%5≠0 ∧ </a:t>
            </a:r>
            <a:r>
              <a:rPr lang="en-IT"/>
              <a:t>¬(</a:t>
            </a:r>
            <a:r>
              <a:rPr lang="en-GB"/>
              <a:t>A+1%5≠0)</a:t>
            </a:r>
            <a:r>
              <a:rPr lang="en-IT"/>
              <a:t> </a:t>
            </a:r>
            <a:r>
              <a:rPr lang="en-US"/>
              <a:t>∧ </a:t>
            </a:r>
            <a:r>
              <a:rPr lang="en-GB"/>
              <a:t>A+2=B</a:t>
            </a:r>
            <a:endParaRPr lang="en-IT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6A67D9-BE3A-66D1-F098-49C33ACB4405}"/>
              </a:ext>
            </a:extLst>
          </p:cNvPr>
          <p:cNvSpPr txBox="1"/>
          <p:nvPr/>
        </p:nvSpPr>
        <p:spPr>
          <a:xfrm>
            <a:off x="8080827" y="2898429"/>
            <a:ext cx="1795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cs typeface="Courier New" panose="02070309020205020404" pitchFamily="49" charset="0"/>
              </a:rPr>
              <a:t>Partial negation:</a:t>
            </a:r>
            <a:endParaRPr lang="en-I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155877-102D-FAA9-2F27-72E7173FBD0B}"/>
              </a:ext>
            </a:extLst>
          </p:cNvPr>
          <p:cNvSpPr txBox="1"/>
          <p:nvPr/>
        </p:nvSpPr>
        <p:spPr>
          <a:xfrm>
            <a:off x="8153400" y="4209856"/>
            <a:ext cx="30662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/>
              <a:t>A</a:t>
            </a:r>
            <a:r>
              <a:rPr lang="en-US"/>
              <a:t>%5≠0 ∧ </a:t>
            </a:r>
            <a:r>
              <a:rPr lang="en-GB"/>
              <a:t>A+1%5=0</a:t>
            </a:r>
            <a:r>
              <a:rPr lang="en-IT"/>
              <a:t> </a:t>
            </a:r>
            <a:r>
              <a:rPr lang="en-US"/>
              <a:t>∧ </a:t>
            </a:r>
            <a:r>
              <a:rPr lang="en-GB"/>
              <a:t>A+2=B</a:t>
            </a:r>
            <a:endParaRPr lang="en-IT"/>
          </a:p>
          <a:p>
            <a:endParaRPr lang="en-IT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562BBD-2509-EA7B-454C-E2B8855005C0}"/>
              </a:ext>
            </a:extLst>
          </p:cNvPr>
          <p:cNvSpPr txBox="1"/>
          <p:nvPr/>
        </p:nvSpPr>
        <p:spPr>
          <a:xfrm>
            <a:off x="8100487" y="3790355"/>
            <a:ext cx="1116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cs typeface="Courier New" panose="02070309020205020404" pitchFamily="49" charset="0"/>
              </a:rPr>
              <a:t>Solve:</a:t>
            </a:r>
            <a:endParaRPr lang="en-IT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948DC3C-1142-03C2-A10E-8D48C3C88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478233"/>
              </p:ext>
            </p:extLst>
          </p:nvPr>
        </p:nvGraphicFramePr>
        <p:xfrm>
          <a:off x="812275" y="5066285"/>
          <a:ext cx="1477084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873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20284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20284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355643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T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13B1EED-2FB7-98EB-8406-11606B5624AD}"/>
              </a:ext>
            </a:extLst>
          </p:cNvPr>
          <p:cNvSpPr txBox="1"/>
          <p:nvPr/>
        </p:nvSpPr>
        <p:spPr>
          <a:xfrm>
            <a:off x="812275" y="4793575"/>
            <a:ext cx="8504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&lt;0&gt;</a:t>
            </a:r>
            <a:endParaRPr lang="en-IT" sz="15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FCA47E-CCD6-4585-CF77-D803B33834FA}"/>
              </a:ext>
            </a:extLst>
          </p:cNvPr>
          <p:cNvSpPr txBox="1"/>
          <p:nvPr/>
        </p:nvSpPr>
        <p:spPr>
          <a:xfrm>
            <a:off x="8318396" y="5267329"/>
            <a:ext cx="1796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800">
                <a:solidFill>
                  <a:srgbClr val="FF0000"/>
                </a:solidFill>
              </a:rPr>
              <a:t>{a = 4, b = 6} </a:t>
            </a:r>
            <a:endParaRPr lang="en-IT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6D73B95F-8B33-9F02-C2AB-6A3B00D3CEDD}"/>
              </a:ext>
            </a:extLst>
          </p:cNvPr>
          <p:cNvSpPr/>
          <p:nvPr/>
        </p:nvSpPr>
        <p:spPr>
          <a:xfrm>
            <a:off x="2902226" y="4664765"/>
            <a:ext cx="6228522" cy="855448"/>
          </a:xfrm>
          <a:custGeom>
            <a:avLst/>
            <a:gdLst>
              <a:gd name="connsiteX0" fmla="*/ 6228522 w 6228522"/>
              <a:gd name="connsiteY0" fmla="*/ 0 h 855448"/>
              <a:gd name="connsiteX1" fmla="*/ 4426226 w 6228522"/>
              <a:gd name="connsiteY1" fmla="*/ 808383 h 855448"/>
              <a:gd name="connsiteX2" fmla="*/ 0 w 6228522"/>
              <a:gd name="connsiteY2" fmla="*/ 689113 h 855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28522" h="855448">
                <a:moveTo>
                  <a:pt x="6228522" y="0"/>
                </a:moveTo>
                <a:cubicBezTo>
                  <a:pt x="5846417" y="346765"/>
                  <a:pt x="5464313" y="693531"/>
                  <a:pt x="4426226" y="808383"/>
                </a:cubicBezTo>
                <a:cubicBezTo>
                  <a:pt x="3388139" y="923235"/>
                  <a:pt x="1694069" y="806174"/>
                  <a:pt x="0" y="689113"/>
                </a:cubicBezTo>
              </a:path>
            </a:pathLst>
          </a:custGeom>
          <a:noFill/>
          <a:ln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46231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" grpId="0"/>
      <p:bldP spid="9" grpId="0"/>
      <p:bldP spid="11" grpId="0"/>
      <p:bldP spid="13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1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7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4" y="1544936"/>
            <a:ext cx="10515600" cy="582820"/>
          </a:xfrm>
        </p:spPr>
        <p:txBody>
          <a:bodyPr>
            <a:normAutofit fontScale="92500" lnSpcReduction="20000"/>
          </a:bodyPr>
          <a:lstStyle/>
          <a:p>
            <a:r>
              <a:rPr lang="en-GB" sz="2400"/>
              <a:t>Let’s find a test case for the other path:</a:t>
            </a:r>
            <a:br>
              <a:rPr lang="en-GB" sz="2400"/>
            </a:br>
            <a:r>
              <a:rPr lang="en-GB" sz="2400"/>
              <a:t>&lt;0,1,2,1,2,3,1&gt;</a:t>
            </a:r>
          </a:p>
          <a:p>
            <a:endParaRPr lang="en-GB" sz="2400"/>
          </a:p>
          <a:p>
            <a:endParaRPr lang="en-GB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704E8-7B46-04CD-8C79-68763957218F}"/>
              </a:ext>
            </a:extLst>
          </p:cNvPr>
          <p:cNvSpPr txBox="1">
            <a:spLocks/>
          </p:cNvSpPr>
          <p:nvPr/>
        </p:nvSpPr>
        <p:spPr>
          <a:xfrm>
            <a:off x="6187601" y="826405"/>
            <a:ext cx="4337147" cy="14021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0: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void</a:t>
            </a: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 </a:t>
            </a:r>
            <a:r>
              <a:rPr lang="en-US" sz="1800">
                <a:solidFill>
                  <a:schemeClr val="accent1"/>
                </a:solidFill>
                <a:latin typeface="Courier New"/>
                <a:cs typeface="Courier New"/>
              </a:rPr>
              <a:t>foo</a:t>
            </a:r>
            <a:r>
              <a:rPr lang="en-US" sz="1800">
                <a:latin typeface="Courier New"/>
                <a:cs typeface="Courier New"/>
              </a:rPr>
              <a:t>(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int</a:t>
            </a:r>
            <a:r>
              <a:rPr lang="en-US" sz="1800">
                <a:latin typeface="Courier New"/>
                <a:cs typeface="Courier New"/>
              </a:rPr>
              <a:t> a,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int</a:t>
            </a:r>
            <a:r>
              <a:rPr lang="en-US" sz="1800">
                <a:latin typeface="Courier New"/>
                <a:cs typeface="Courier New"/>
              </a:rPr>
              <a:t> b) {</a:t>
            </a:r>
            <a:b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1:  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for </a:t>
            </a:r>
            <a:r>
              <a:rPr lang="en-US" sz="1800">
                <a:latin typeface="Courier New"/>
                <a:cs typeface="Courier New"/>
              </a:rPr>
              <a:t>(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int</a:t>
            </a:r>
            <a:r>
              <a:rPr lang="en-US" sz="1800">
                <a:latin typeface="Courier New"/>
                <a:cs typeface="Courier New"/>
              </a:rPr>
              <a:t> 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=a; 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&lt;b; 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++) {</a:t>
            </a:r>
            <a:b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2:</a:t>
            </a:r>
            <a:r>
              <a:rPr lang="en-US" sz="1800">
                <a:latin typeface="Courier New"/>
                <a:cs typeface="Courier New"/>
              </a:rPr>
              <a:t>    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if</a:t>
            </a:r>
            <a:r>
              <a:rPr lang="en-US" sz="1800">
                <a:latin typeface="Courier New"/>
                <a:cs typeface="Courier New"/>
              </a:rPr>
              <a:t> (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 % 5 == 0) {</a:t>
            </a:r>
            <a:b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3:</a:t>
            </a:r>
            <a:r>
              <a:rPr lang="en-US" sz="1800">
                <a:latin typeface="Courier New"/>
                <a:cs typeface="Courier New"/>
              </a:rPr>
              <a:t>       </a:t>
            </a:r>
            <a:r>
              <a:rPr lang="en-US" sz="1800">
                <a:solidFill>
                  <a:srgbClr val="7030A0"/>
                </a:solidFill>
                <a:latin typeface="Courier New"/>
                <a:cs typeface="Courier New"/>
              </a:rPr>
              <a:t>print</a:t>
            </a:r>
            <a:r>
              <a:rPr lang="en-US" sz="1800">
                <a:latin typeface="Courier New"/>
                <a:cs typeface="Courier New"/>
              </a:rPr>
              <a:t>(</a:t>
            </a:r>
            <a:r>
              <a:rPr lang="en-US" sz="1800" err="1">
                <a:latin typeface="Courier New"/>
                <a:cs typeface="Courier New"/>
              </a:rPr>
              <a:t>i</a:t>
            </a:r>
            <a:r>
              <a:rPr lang="en-US" sz="1800">
                <a:latin typeface="Courier New"/>
                <a:cs typeface="Courier New"/>
              </a:rPr>
              <a:t>)</a:t>
            </a:r>
            <a:br>
              <a:rPr lang="en-IT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4:   </a:t>
            </a:r>
            <a:r>
              <a:rPr lang="en-US" sz="1800">
                <a:latin typeface="Courier New"/>
                <a:cs typeface="Courier New"/>
              </a:rPr>
              <a:t>}</a:t>
            </a:r>
            <a:b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5: </a:t>
            </a:r>
            <a:r>
              <a:rPr lang="en-US" sz="1800">
                <a:latin typeface="Courier New"/>
                <a:cs typeface="Courier New"/>
              </a:rPr>
              <a:t>}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45F020D-96F4-CC4A-8259-834551FEE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127488"/>
              </p:ext>
            </p:extLst>
          </p:nvPr>
        </p:nvGraphicFramePr>
        <p:xfrm>
          <a:off x="838200" y="2605111"/>
          <a:ext cx="1477084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873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20284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20284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355643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T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FF67870-3FCE-3A37-83D1-CDFA3439D659}"/>
              </a:ext>
            </a:extLst>
          </p:cNvPr>
          <p:cNvSpPr txBox="1"/>
          <p:nvPr/>
        </p:nvSpPr>
        <p:spPr>
          <a:xfrm>
            <a:off x="838200" y="2332401"/>
            <a:ext cx="8504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&lt;0&gt;</a:t>
            </a:r>
            <a:endParaRPr lang="en-IT" sz="150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812CAF2-6035-1137-FC0F-9E898AC1D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04070"/>
              </p:ext>
            </p:extLst>
          </p:nvPr>
        </p:nvGraphicFramePr>
        <p:xfrm>
          <a:off x="2949334" y="2596991"/>
          <a:ext cx="1699555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841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337457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02771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A&lt;B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3141478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F96EC29-BDE2-C852-A500-5E95439C015C}"/>
              </a:ext>
            </a:extLst>
          </p:cNvPr>
          <p:cNvCxnSpPr>
            <a:cxnSpLocks/>
          </p:cNvCxnSpPr>
          <p:nvPr/>
        </p:nvCxnSpPr>
        <p:spPr>
          <a:xfrm>
            <a:off x="2449975" y="2970871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E50CC68-2D38-D12A-4AFE-45277B5B4F71}"/>
              </a:ext>
            </a:extLst>
          </p:cNvPr>
          <p:cNvSpPr txBox="1"/>
          <p:nvPr/>
        </p:nvSpPr>
        <p:spPr>
          <a:xfrm>
            <a:off x="2841425" y="2273826"/>
            <a:ext cx="8504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&lt;0,1&gt;</a:t>
            </a:r>
            <a:endParaRPr lang="en-IT" sz="150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C6DA444-D0A4-922B-0AA3-B00430F31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209444"/>
              </p:ext>
            </p:extLst>
          </p:nvPr>
        </p:nvGraphicFramePr>
        <p:xfrm>
          <a:off x="5389691" y="2579840"/>
          <a:ext cx="221008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626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38826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345845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984789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A&lt;B</a:t>
                      </a:r>
                      <a:br>
                        <a:rPr lang="en-US" sz="1800">
                          <a:solidFill>
                            <a:schemeClr val="accent2"/>
                          </a:solidFill>
                        </a:rPr>
                      </a:br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A%5≠0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8689579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B456FA6-4931-8BBA-2973-57F5C64B7B25}"/>
              </a:ext>
            </a:extLst>
          </p:cNvPr>
          <p:cNvCxnSpPr>
            <a:cxnSpLocks/>
          </p:cNvCxnSpPr>
          <p:nvPr/>
        </p:nvCxnSpPr>
        <p:spPr>
          <a:xfrm>
            <a:off x="4890333" y="2953720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129C010-C040-5519-7E14-30CECCA8C3D7}"/>
              </a:ext>
            </a:extLst>
          </p:cNvPr>
          <p:cNvSpPr txBox="1"/>
          <p:nvPr/>
        </p:nvSpPr>
        <p:spPr>
          <a:xfrm>
            <a:off x="5281783" y="2256675"/>
            <a:ext cx="112869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&lt;0,1,2&gt;</a:t>
            </a:r>
            <a:endParaRPr lang="en-IT" sz="150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9B16673-6FE0-65A6-02BC-C52732768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190514"/>
              </p:ext>
            </p:extLst>
          </p:nvPr>
        </p:nvGraphicFramePr>
        <p:xfrm>
          <a:off x="8268680" y="2576648"/>
          <a:ext cx="2210086" cy="164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354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02771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576943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876018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A+1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strike="sngStrike">
                          <a:solidFill>
                            <a:schemeClr val="tx1"/>
                          </a:solidFill>
                        </a:rPr>
                        <a:t>A&lt;B</a:t>
                      </a:r>
                      <a:br>
                        <a:rPr lang="en-US" sz="1800">
                          <a:solidFill>
                            <a:schemeClr val="accent2"/>
                          </a:solidFill>
                        </a:rPr>
                      </a:b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A%5≠0</a:t>
                      </a:r>
                      <a:br>
                        <a:rPr lang="en-US" sz="180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A+1&lt;B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02020849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76B1758-A6CD-B7EC-DAD3-6D273B55B3EB}"/>
              </a:ext>
            </a:extLst>
          </p:cNvPr>
          <p:cNvCxnSpPr>
            <a:cxnSpLocks/>
          </p:cNvCxnSpPr>
          <p:nvPr/>
        </p:nvCxnSpPr>
        <p:spPr>
          <a:xfrm>
            <a:off x="7769322" y="2950528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05F8AEE-8431-8636-8303-CAC073FFA79E}"/>
              </a:ext>
            </a:extLst>
          </p:cNvPr>
          <p:cNvSpPr txBox="1"/>
          <p:nvPr/>
        </p:nvSpPr>
        <p:spPr>
          <a:xfrm>
            <a:off x="8160772" y="2253483"/>
            <a:ext cx="147463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&lt;0,1,2,1&gt;</a:t>
            </a:r>
            <a:endParaRPr lang="en-IT" sz="150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0BD4137-DFBC-BF77-EAF4-DEB795B60996}"/>
              </a:ext>
            </a:extLst>
          </p:cNvPr>
          <p:cNvCxnSpPr>
            <a:cxnSpLocks/>
          </p:cNvCxnSpPr>
          <p:nvPr/>
        </p:nvCxnSpPr>
        <p:spPr>
          <a:xfrm>
            <a:off x="10689362" y="2950528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EBED611D-55A4-1019-CEFD-8F86FB748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842447"/>
              </p:ext>
            </p:extLst>
          </p:nvPr>
        </p:nvGraphicFramePr>
        <p:xfrm>
          <a:off x="1044488" y="4490104"/>
          <a:ext cx="2507301" cy="164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717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24543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1111441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A+1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A%5≠0</a:t>
                      </a:r>
                      <a:br>
                        <a:rPr lang="en-US" sz="180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A+1&lt;B</a:t>
                      </a:r>
                      <a:br>
                        <a:rPr lang="en-US" sz="1800">
                          <a:solidFill>
                            <a:schemeClr val="accent2"/>
                          </a:solidFill>
                        </a:rPr>
                      </a:br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A+1%5=0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02020849"/>
                  </a:ext>
                </a:extLst>
              </a:tr>
            </a:tbl>
          </a:graphicData>
        </a:graphic>
      </p:graphicFrame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29D9272-DA64-F720-F23C-0E20690D1B8F}"/>
              </a:ext>
            </a:extLst>
          </p:cNvPr>
          <p:cNvCxnSpPr>
            <a:cxnSpLocks/>
          </p:cNvCxnSpPr>
          <p:nvPr/>
        </p:nvCxnSpPr>
        <p:spPr>
          <a:xfrm>
            <a:off x="545131" y="4863984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C20FD8F-2A15-135A-27C8-ABB9C5E577FA}"/>
              </a:ext>
            </a:extLst>
          </p:cNvPr>
          <p:cNvSpPr txBox="1"/>
          <p:nvPr/>
        </p:nvSpPr>
        <p:spPr>
          <a:xfrm>
            <a:off x="904359" y="4180368"/>
            <a:ext cx="147463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&lt;0,1,2,1,2&gt;</a:t>
            </a:r>
            <a:endParaRPr lang="en-IT" sz="1500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5DD88CE-8698-D5A5-2410-A57B3466E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834032"/>
              </p:ext>
            </p:extLst>
          </p:nvPr>
        </p:nvGraphicFramePr>
        <p:xfrm>
          <a:off x="4474096" y="4490104"/>
          <a:ext cx="3383937" cy="192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8186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49940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630769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1815042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A+2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A%5≠0</a:t>
                      </a:r>
                      <a:br>
                        <a:rPr lang="en-US" sz="180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A+1&lt;B</a:t>
                      </a:r>
                      <a:br>
                        <a:rPr lang="en-US" sz="1800">
                          <a:solidFill>
                            <a:schemeClr val="accent2"/>
                          </a:solidFill>
                        </a:rPr>
                      </a:b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A+1%5=0</a:t>
                      </a:r>
                    </a:p>
                    <a:p>
                      <a:r>
                        <a:rPr lang="en-US" sz="1800" strike="sngStrike">
                          <a:solidFill>
                            <a:schemeClr val="accent2"/>
                          </a:solidFill>
                        </a:rPr>
                        <a:t>A+2≥B </a:t>
                      </a:r>
                      <a:r>
                        <a:rPr lang="en-US" sz="1800" strike="noStrike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A+2 = B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020849"/>
                  </a:ext>
                </a:extLst>
              </a:tr>
            </a:tbl>
          </a:graphicData>
        </a:graphic>
      </p:graphicFrame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65A6A46-E440-6873-A7B1-4896D9CC1940}"/>
              </a:ext>
            </a:extLst>
          </p:cNvPr>
          <p:cNvCxnSpPr>
            <a:cxnSpLocks/>
          </p:cNvCxnSpPr>
          <p:nvPr/>
        </p:nvCxnSpPr>
        <p:spPr>
          <a:xfrm>
            <a:off x="3974740" y="4863984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1684064-57A5-2ADD-9367-5D8422D3C6BA}"/>
              </a:ext>
            </a:extLst>
          </p:cNvPr>
          <p:cNvSpPr txBox="1"/>
          <p:nvPr/>
        </p:nvSpPr>
        <p:spPr>
          <a:xfrm>
            <a:off x="4333968" y="4178973"/>
            <a:ext cx="22100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&lt;0,1,2,1,2,3,1&gt;</a:t>
            </a:r>
            <a:endParaRPr lang="en-IT" sz="15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388022-CC4D-BC4A-63A7-89609015DE69}"/>
              </a:ext>
            </a:extLst>
          </p:cNvPr>
          <p:cNvSpPr txBox="1"/>
          <p:nvPr/>
        </p:nvSpPr>
        <p:spPr>
          <a:xfrm>
            <a:off x="8262932" y="4708156"/>
            <a:ext cx="3383937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000">
                <a:solidFill>
                  <a:srgbClr val="FF0000"/>
                </a:solidFill>
              </a:rPr>
              <a:t>T</a:t>
            </a:r>
            <a:r>
              <a:rPr lang="en-IT" sz="2000">
                <a:solidFill>
                  <a:srgbClr val="FF0000"/>
                </a:solidFill>
              </a:rPr>
              <a:t>he new test case {a = 4, b = 6} </a:t>
            </a:r>
            <a:br>
              <a:rPr lang="en-IT" sz="2000">
                <a:solidFill>
                  <a:srgbClr val="FF0000"/>
                </a:solidFill>
              </a:rPr>
            </a:br>
            <a:r>
              <a:rPr lang="en-IT" sz="2000">
                <a:solidFill>
                  <a:srgbClr val="FF0000"/>
                </a:solidFill>
              </a:rPr>
              <a:t>executes the loop 2 times and </a:t>
            </a:r>
            <a:br>
              <a:rPr lang="en-IT" sz="2000">
                <a:solidFill>
                  <a:srgbClr val="FF0000"/>
                </a:solidFill>
              </a:rPr>
            </a:br>
            <a:r>
              <a:rPr lang="en-IT" sz="2000">
                <a:solidFill>
                  <a:srgbClr val="FF0000"/>
                </a:solidFill>
              </a:rPr>
              <a:t>runs location 3 the second time only.</a:t>
            </a:r>
          </a:p>
        </p:txBody>
      </p:sp>
    </p:spTree>
    <p:extLst>
      <p:ext uri="{BB962C8B-B14F-4D97-AF65-F5344CB8AC3E}">
        <p14:creationId xmlns:p14="http://schemas.microsoft.com/office/powerpoint/2010/main" val="350776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  <p:bldP spid="25" grpId="0"/>
      <p:bldP spid="29" grpId="0"/>
      <p:bldP spid="35" grpId="0"/>
      <p:bldP spid="38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1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8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4" y="1690688"/>
            <a:ext cx="10515600" cy="1631760"/>
          </a:xfrm>
        </p:spPr>
        <p:txBody>
          <a:bodyPr>
            <a:normAutofit/>
          </a:bodyPr>
          <a:lstStyle/>
          <a:p>
            <a:r>
              <a:rPr lang="en-GB" sz="2400"/>
              <a:t>Summary of test cases we found:</a:t>
            </a:r>
          </a:p>
          <a:p>
            <a:pPr lvl="1"/>
            <a:r>
              <a:rPr lang="en-GB" sz="2000"/>
              <a:t>{ a=3, b=1 }: no loop</a:t>
            </a:r>
          </a:p>
          <a:p>
            <a:pPr lvl="1"/>
            <a:r>
              <a:rPr lang="en-GB" sz="2000"/>
              <a:t>{ a=1, b=3 }: loop 2 times without executing location 3</a:t>
            </a:r>
          </a:p>
          <a:p>
            <a:pPr lvl="1"/>
            <a:r>
              <a:rPr lang="en-GB" sz="2000"/>
              <a:t>{ a=4, b=6 }: loop 2 times executing location 3 (2</a:t>
            </a:r>
            <a:r>
              <a:rPr lang="en-GB" sz="2000" baseline="30000"/>
              <a:t>nd</a:t>
            </a:r>
            <a:r>
              <a:rPr lang="en-GB" sz="2000"/>
              <a:t> iteration only)</a:t>
            </a:r>
          </a:p>
          <a:p>
            <a:endParaRPr lang="en-GB" sz="2400"/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783184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2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9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27649"/>
            <a:ext cx="10515600" cy="582820"/>
          </a:xfrm>
        </p:spPr>
        <p:txBody>
          <a:bodyPr>
            <a:normAutofit/>
          </a:bodyPr>
          <a:lstStyle/>
          <a:p>
            <a:r>
              <a:rPr lang="en-GB" sz="2400"/>
              <a:t>Consider the following function </a:t>
            </a:r>
            <a:r>
              <a:rPr lang="en-GB" sz="2400">
                <a:latin typeface="Courier New" panose="02070309020205020404" pitchFamily="49" charset="0"/>
                <a:cs typeface="Courier New" panose="02070309020205020404" pitchFamily="49" charset="0"/>
              </a:rPr>
              <a:t>foo2</a:t>
            </a:r>
            <a:r>
              <a:rPr lang="en-GB" sz="2400"/>
              <a:t>, written in a C-like language: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D09D4-EDF4-BBC7-B75D-512436F2D691}"/>
              </a:ext>
            </a:extLst>
          </p:cNvPr>
          <p:cNvSpPr txBox="1">
            <a:spLocks/>
          </p:cNvSpPr>
          <p:nvPr/>
        </p:nvSpPr>
        <p:spPr>
          <a:xfrm>
            <a:off x="5300870" y="2347431"/>
            <a:ext cx="5976730" cy="362585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/>
              <a:t>Run concolic execution to explore all possible branches</a:t>
            </a:r>
            <a:endParaRPr lang="en-GB" sz="2400">
              <a:ea typeface="Calibri"/>
              <a:cs typeface="Calibri"/>
            </a:endParaRPr>
          </a:p>
          <a:p>
            <a:r>
              <a:rPr lang="en-GB" sz="2400"/>
              <a:t>Write the pseudocode of a possible generational </a:t>
            </a:r>
            <a:r>
              <a:rPr lang="en-GB" sz="2400" err="1"/>
              <a:t>fuzzer</a:t>
            </a:r>
            <a:r>
              <a:rPr lang="en-GB" sz="2400"/>
              <a:t> that should test </a:t>
            </a:r>
            <a:r>
              <a:rPr lang="en-GB" sz="2600">
                <a:latin typeface="Courier New"/>
                <a:cs typeface="Courier New"/>
              </a:rPr>
              <a:t>foo2</a:t>
            </a:r>
            <a:r>
              <a:rPr lang="en-GB" sz="2400"/>
              <a:t>.</a:t>
            </a:r>
            <a:endParaRPr lang="en-GB" sz="2400">
              <a:ea typeface="Calibri"/>
              <a:cs typeface="Calibri"/>
            </a:endParaRPr>
          </a:p>
          <a:p>
            <a:r>
              <a:rPr lang="en-GB" sz="2400"/>
              <a:t>Given the </a:t>
            </a:r>
            <a:r>
              <a:rPr lang="en-GB" sz="2400" err="1"/>
              <a:t>fuzzer</a:t>
            </a:r>
            <a:r>
              <a:rPr lang="en-GB" sz="2400"/>
              <a:t> defined in the previous point</a:t>
            </a:r>
            <a:endParaRPr lang="en-GB" sz="2400">
              <a:ea typeface="Calibri"/>
              <a:cs typeface="Calibri"/>
            </a:endParaRPr>
          </a:p>
          <a:p>
            <a:pPr lvl="1"/>
            <a:r>
              <a:rPr lang="en-GB" sz="2000"/>
              <a:t>What is the chance of executing a path that includes location 6?</a:t>
            </a:r>
            <a:endParaRPr lang="en-GB" sz="2000">
              <a:ea typeface="Calibri"/>
              <a:cs typeface="Calibri"/>
            </a:endParaRPr>
          </a:p>
          <a:p>
            <a:pPr lvl="1"/>
            <a:r>
              <a:rPr lang="en-GB" sz="2000"/>
              <a:t>How much time do you have to wait on average assuming that a single execution takes ~1ms?</a:t>
            </a:r>
            <a:endParaRPr lang="en-GB" sz="2000">
              <a:ea typeface="Calibri"/>
              <a:cs typeface="Calibri"/>
            </a:endParaRPr>
          </a:p>
          <a:p>
            <a:r>
              <a:rPr lang="en-GB" sz="2400"/>
              <a:t>Consider an SBST procedure with the objective of executing paths that reach location 6. Define proper search space, </a:t>
            </a:r>
            <a:r>
              <a:rPr lang="en-GB" sz="2400" err="1"/>
              <a:t>neighborhood</a:t>
            </a:r>
            <a:r>
              <a:rPr lang="en-GB" sz="2400"/>
              <a:t> relation, and fitness function to use such approach</a:t>
            </a:r>
            <a:endParaRPr lang="en-GB" sz="2400">
              <a:ea typeface="Calibri"/>
              <a:cs typeface="Calibri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A5CD44-C7ED-A0E4-DD33-352E141B06A0}"/>
              </a:ext>
            </a:extLst>
          </p:cNvPr>
          <p:cNvSpPr txBox="1">
            <a:spLocks/>
          </p:cNvSpPr>
          <p:nvPr/>
        </p:nvSpPr>
        <p:spPr>
          <a:xfrm>
            <a:off x="914400" y="2382043"/>
            <a:ext cx="4850296" cy="2645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foo2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x = 1;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(a&gt;b &amp;&amp; a&gt;0 &amp;&amp; b&gt;1)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&lt;b;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br>
              <a:rPr lang="en-IT" sz="160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    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x = x*a;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(x &lt; rand(1,10))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    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“Log message”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138402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2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10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635" y="1906377"/>
            <a:ext cx="10515600" cy="722534"/>
          </a:xfrm>
        </p:spPr>
        <p:txBody>
          <a:bodyPr>
            <a:normAutofit lnSpcReduction="10000"/>
          </a:bodyPr>
          <a:lstStyle/>
          <a:p>
            <a:r>
              <a:rPr lang="en-GB" sz="2400"/>
              <a:t>Concolic execution. For each conditional</a:t>
            </a:r>
            <a:br>
              <a:rPr lang="en-GB" sz="2400"/>
            </a:br>
            <a:r>
              <a:rPr lang="en-GB" sz="2400"/>
              <a:t>statement we want to execute both T and F branches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A5CD44-C7ED-A0E4-DD33-352E141B06A0}"/>
              </a:ext>
            </a:extLst>
          </p:cNvPr>
          <p:cNvSpPr txBox="1">
            <a:spLocks/>
          </p:cNvSpPr>
          <p:nvPr/>
        </p:nvSpPr>
        <p:spPr>
          <a:xfrm>
            <a:off x="6503504" y="260306"/>
            <a:ext cx="4850296" cy="1846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foo2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x = 1;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(a&gt;b &amp;&amp; a&gt;0 &amp;&amp; b&gt;1)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&lt;b;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br>
              <a:rPr lang="en-IT" sz="140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    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x = x*a;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(x &lt; rand(1,10))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    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4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“Log message”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F56E1D0-10A1-9030-FBAF-1EC7A3FFD6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482020"/>
              </p:ext>
            </p:extLst>
          </p:nvPr>
        </p:nvGraphicFramePr>
        <p:xfrm>
          <a:off x="838200" y="3169886"/>
          <a:ext cx="2037521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620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381914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T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EE93468-BAAF-EBC3-357D-7C06C6B15771}"/>
              </a:ext>
            </a:extLst>
          </p:cNvPr>
          <p:cNvSpPr txBox="1"/>
          <p:nvPr/>
        </p:nvSpPr>
        <p:spPr>
          <a:xfrm>
            <a:off x="838200" y="2897176"/>
            <a:ext cx="8504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&lt;0&gt;</a:t>
            </a:r>
            <a:endParaRPr lang="en-IT" sz="150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527BBF-FE82-37D9-B548-2521585B20FD}"/>
              </a:ext>
            </a:extLst>
          </p:cNvPr>
          <p:cNvCxnSpPr>
            <a:cxnSpLocks/>
          </p:cNvCxnSpPr>
          <p:nvPr/>
        </p:nvCxnSpPr>
        <p:spPr>
          <a:xfrm>
            <a:off x="3120376" y="3543766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82D212-8AEF-73AB-185E-95223309B3F3}"/>
              </a:ext>
            </a:extLst>
          </p:cNvPr>
          <p:cNvSpPr txBox="1"/>
          <p:nvPr/>
        </p:nvSpPr>
        <p:spPr>
          <a:xfrm>
            <a:off x="3511826" y="2846721"/>
            <a:ext cx="8504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&lt;0,1&gt;</a:t>
            </a:r>
            <a:endParaRPr lang="en-IT" sz="150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2D094E6-9805-E348-9B45-664E24E53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394102"/>
              </p:ext>
            </p:extLst>
          </p:nvPr>
        </p:nvGraphicFramePr>
        <p:xfrm>
          <a:off x="3724259" y="3197785"/>
          <a:ext cx="2037521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620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381914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err="1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T</a:t>
                      </a:r>
                      <a:endParaRPr lang="en-IT" sz="1800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462CF6-7FBE-7A2A-EF0B-1E591A55424F}"/>
              </a:ext>
            </a:extLst>
          </p:cNvPr>
          <p:cNvCxnSpPr>
            <a:cxnSpLocks/>
          </p:cNvCxnSpPr>
          <p:nvPr/>
        </p:nvCxnSpPr>
        <p:spPr>
          <a:xfrm>
            <a:off x="6006435" y="3543766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EE2F24F-5541-44B2-AAEB-2EAB5BF32EB9}"/>
              </a:ext>
            </a:extLst>
          </p:cNvPr>
          <p:cNvSpPr txBox="1"/>
          <p:nvPr/>
        </p:nvSpPr>
        <p:spPr>
          <a:xfrm>
            <a:off x="6397885" y="2846721"/>
            <a:ext cx="116910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&lt;0,1,2&gt;</a:t>
            </a:r>
            <a:endParaRPr lang="en-IT" sz="150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40A8860-E915-7FD4-0217-66EBFE7BB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64716"/>
              </p:ext>
            </p:extLst>
          </p:nvPr>
        </p:nvGraphicFramePr>
        <p:xfrm>
          <a:off x="6610318" y="3197785"/>
          <a:ext cx="3752882" cy="164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3091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37321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37322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463826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1961322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err="1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A&gt;0</a:t>
                      </a:r>
                      <a:br>
                        <a:rPr lang="en-US" sz="1800">
                          <a:solidFill>
                            <a:schemeClr val="accent2"/>
                          </a:solidFill>
                        </a:rPr>
                      </a:br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B&gt;1</a:t>
                      </a:r>
                    </a:p>
                    <a:p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A≤B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85A925A-46F3-17FB-E4A6-ADC9A7F4C925}"/>
              </a:ext>
            </a:extLst>
          </p:cNvPr>
          <p:cNvSpPr txBox="1"/>
          <p:nvPr/>
        </p:nvSpPr>
        <p:spPr>
          <a:xfrm>
            <a:off x="7566991" y="5054922"/>
            <a:ext cx="2233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A&gt;0 ∧ B&gt;1 ∧ </a:t>
            </a:r>
            <a:r>
              <a:rPr lang="en-IT"/>
              <a:t>¬(</a:t>
            </a:r>
            <a:r>
              <a:rPr lang="en-GB"/>
              <a:t>A≤B)</a:t>
            </a:r>
            <a:r>
              <a:rPr lang="en-IT"/>
              <a:t> </a:t>
            </a:r>
            <a:endParaRPr lang="en-IT" sz="1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8485C6-6445-A3D8-A165-DE70EF9957ED}"/>
              </a:ext>
            </a:extLst>
          </p:cNvPr>
          <p:cNvSpPr txBox="1"/>
          <p:nvPr/>
        </p:nvSpPr>
        <p:spPr>
          <a:xfrm>
            <a:off x="5847569" y="5072163"/>
            <a:ext cx="1795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cs typeface="Courier New" panose="02070309020205020404" pitchFamily="49" charset="0"/>
              </a:rPr>
              <a:t>Partial negation:</a:t>
            </a:r>
            <a:endParaRPr lang="en-I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D25867-906B-F4ED-0F79-127C7C608F84}"/>
              </a:ext>
            </a:extLst>
          </p:cNvPr>
          <p:cNvSpPr txBox="1"/>
          <p:nvPr/>
        </p:nvSpPr>
        <p:spPr>
          <a:xfrm>
            <a:off x="6620255" y="5476262"/>
            <a:ext cx="3066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A&gt;0 ∧ B&gt;1 ∧ </a:t>
            </a:r>
            <a:r>
              <a:rPr lang="en-GB"/>
              <a:t>A&gt;B</a:t>
            </a:r>
            <a:endParaRPr lang="en-IT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E1AE48-70C2-DA2C-9975-E4EC3D58298A}"/>
              </a:ext>
            </a:extLst>
          </p:cNvPr>
          <p:cNvSpPr txBox="1"/>
          <p:nvPr/>
        </p:nvSpPr>
        <p:spPr>
          <a:xfrm>
            <a:off x="5866538" y="5489687"/>
            <a:ext cx="1116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cs typeface="Courier New" panose="02070309020205020404" pitchFamily="49" charset="0"/>
              </a:rPr>
              <a:t>Solve:</a:t>
            </a:r>
            <a:endParaRPr lang="en-IT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669161E-B131-6912-253D-9AE5F88AE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339034"/>
              </p:ext>
            </p:extLst>
          </p:nvPr>
        </p:nvGraphicFramePr>
        <p:xfrm>
          <a:off x="851452" y="5054922"/>
          <a:ext cx="2037521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620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381914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T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CEA07FA3-87A9-766F-139D-A463963FF4D0}"/>
              </a:ext>
            </a:extLst>
          </p:cNvPr>
          <p:cNvSpPr txBox="1"/>
          <p:nvPr/>
        </p:nvSpPr>
        <p:spPr>
          <a:xfrm>
            <a:off x="838200" y="4782212"/>
            <a:ext cx="8504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&lt;0&gt;</a:t>
            </a:r>
            <a:endParaRPr lang="en-IT" sz="1500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73A7AB8-FC6B-D989-1200-A94D65653923}"/>
              </a:ext>
            </a:extLst>
          </p:cNvPr>
          <p:cNvSpPr/>
          <p:nvPr/>
        </p:nvSpPr>
        <p:spPr>
          <a:xfrm>
            <a:off x="3034748" y="4902756"/>
            <a:ext cx="2531165" cy="475605"/>
          </a:xfrm>
          <a:custGeom>
            <a:avLst/>
            <a:gdLst>
              <a:gd name="connsiteX0" fmla="*/ 2531165 w 2531165"/>
              <a:gd name="connsiteY0" fmla="*/ 475605 h 475605"/>
              <a:gd name="connsiteX1" fmla="*/ 1073426 w 2531165"/>
              <a:gd name="connsiteY1" fmla="*/ 11779 h 475605"/>
              <a:gd name="connsiteX2" fmla="*/ 0 w 2531165"/>
              <a:gd name="connsiteY2" fmla="*/ 184057 h 475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31165" h="475605">
                <a:moveTo>
                  <a:pt x="2531165" y="475605"/>
                </a:moveTo>
                <a:cubicBezTo>
                  <a:pt x="2013226" y="267987"/>
                  <a:pt x="1495287" y="60370"/>
                  <a:pt x="1073426" y="11779"/>
                </a:cubicBezTo>
                <a:cubicBezTo>
                  <a:pt x="651565" y="-36812"/>
                  <a:pt x="325782" y="73622"/>
                  <a:pt x="0" y="184057"/>
                </a:cubicBezTo>
              </a:path>
            </a:pathLst>
          </a:custGeom>
          <a:noFill/>
          <a:ln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7AA618-D5D8-BAFC-5D4D-A16D508BBDAA}"/>
              </a:ext>
            </a:extLst>
          </p:cNvPr>
          <p:cNvSpPr txBox="1"/>
          <p:nvPr/>
        </p:nvSpPr>
        <p:spPr>
          <a:xfrm>
            <a:off x="3724259" y="5256829"/>
            <a:ext cx="1499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800">
                <a:solidFill>
                  <a:srgbClr val="FF0000"/>
                </a:solidFill>
              </a:rPr>
              <a:t>{a = 4, b = 2} </a:t>
            </a:r>
            <a:endParaRPr lang="en-IT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D3131B-888C-7D2E-13A4-2BB8B2E8B0DB}"/>
              </a:ext>
            </a:extLst>
          </p:cNvPr>
          <p:cNvSpPr txBox="1"/>
          <p:nvPr/>
        </p:nvSpPr>
        <p:spPr>
          <a:xfrm>
            <a:off x="8422935" y="2419975"/>
            <a:ext cx="37528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800">
                <a:solidFill>
                  <a:srgbClr val="FF0000"/>
                </a:solidFill>
              </a:rPr>
              <a:t>Test case {a = 1, b = 2} executes the F </a:t>
            </a:r>
            <a:br>
              <a:rPr lang="en-IT" sz="1800">
                <a:solidFill>
                  <a:srgbClr val="FF0000"/>
                </a:solidFill>
              </a:rPr>
            </a:br>
            <a:r>
              <a:rPr lang="en-IT" sz="1800">
                <a:solidFill>
                  <a:srgbClr val="FF0000"/>
                </a:solidFill>
              </a:rPr>
              <a:t>branch of condition 2 </a:t>
            </a:r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0169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5" grpId="0"/>
      <p:bldP spid="17" grpId="0"/>
      <p:bldP spid="18" grpId="0"/>
      <p:bldP spid="19" grpId="0"/>
      <p:bldP spid="20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2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11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27649"/>
            <a:ext cx="10515600" cy="582820"/>
          </a:xfrm>
        </p:spPr>
        <p:txBody>
          <a:bodyPr>
            <a:normAutofit/>
          </a:bodyPr>
          <a:lstStyle/>
          <a:p>
            <a:r>
              <a:rPr lang="en-GB" sz="2400"/>
              <a:t>Concolic execution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A5CD44-C7ED-A0E4-DD33-352E141B06A0}"/>
              </a:ext>
            </a:extLst>
          </p:cNvPr>
          <p:cNvSpPr txBox="1">
            <a:spLocks/>
          </p:cNvSpPr>
          <p:nvPr/>
        </p:nvSpPr>
        <p:spPr>
          <a:xfrm>
            <a:off x="6365663" y="302766"/>
            <a:ext cx="4850296" cy="18972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foo2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x = 1;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(a&gt;b &amp;&amp; a&gt;0 &amp;&amp; b&gt;1)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&lt;b;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br>
              <a:rPr lang="en-IT" sz="140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    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x = x*a;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if (x &lt; rand(1,10))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    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4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“Log message”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669161E-B131-6912-253D-9AE5F88AE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284371"/>
              </p:ext>
            </p:extLst>
          </p:nvPr>
        </p:nvGraphicFramePr>
        <p:xfrm>
          <a:off x="944217" y="2789884"/>
          <a:ext cx="2037521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620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381914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T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CEA07FA3-87A9-766F-139D-A463963FF4D0}"/>
              </a:ext>
            </a:extLst>
          </p:cNvPr>
          <p:cNvSpPr txBox="1"/>
          <p:nvPr/>
        </p:nvSpPr>
        <p:spPr>
          <a:xfrm>
            <a:off x="930965" y="2517174"/>
            <a:ext cx="8504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&lt;0&gt;</a:t>
            </a:r>
            <a:endParaRPr lang="en-IT" sz="150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A3CA50C-ADB7-551B-3D3B-5915614FBBA4}"/>
              </a:ext>
            </a:extLst>
          </p:cNvPr>
          <p:cNvCxnSpPr>
            <a:cxnSpLocks/>
          </p:cNvCxnSpPr>
          <p:nvPr/>
        </p:nvCxnSpPr>
        <p:spPr>
          <a:xfrm>
            <a:off x="3120376" y="3135865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3056CE8-0BCE-745B-C507-735C2FBAA28A}"/>
              </a:ext>
            </a:extLst>
          </p:cNvPr>
          <p:cNvSpPr txBox="1"/>
          <p:nvPr/>
        </p:nvSpPr>
        <p:spPr>
          <a:xfrm>
            <a:off x="3511826" y="2438820"/>
            <a:ext cx="8504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&lt;0,1&gt;</a:t>
            </a:r>
            <a:endParaRPr lang="en-IT" sz="150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8F4237D-C996-48DF-5029-9E08EC873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950017"/>
              </p:ext>
            </p:extLst>
          </p:nvPr>
        </p:nvGraphicFramePr>
        <p:xfrm>
          <a:off x="3724259" y="2789884"/>
          <a:ext cx="2037521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620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381914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T</a:t>
                      </a:r>
                      <a:endParaRPr lang="en-IT" sz="1800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C6DF8F5-4687-1931-5A24-C4C964D9FA5C}"/>
              </a:ext>
            </a:extLst>
          </p:cNvPr>
          <p:cNvCxnSpPr>
            <a:cxnSpLocks/>
          </p:cNvCxnSpPr>
          <p:nvPr/>
        </p:nvCxnSpPr>
        <p:spPr>
          <a:xfrm>
            <a:off x="6006435" y="3135865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5F4F6A5-6A2C-7CED-B78E-ECABA9E3F2DB}"/>
              </a:ext>
            </a:extLst>
          </p:cNvPr>
          <p:cNvSpPr txBox="1"/>
          <p:nvPr/>
        </p:nvSpPr>
        <p:spPr>
          <a:xfrm>
            <a:off x="6397885" y="2438820"/>
            <a:ext cx="116910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&lt;0,1,2&gt;</a:t>
            </a:r>
            <a:endParaRPr lang="en-IT" sz="150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D66168B9-6BE7-C08B-3FF8-62144466F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125372"/>
              </p:ext>
            </p:extLst>
          </p:nvPr>
        </p:nvGraphicFramePr>
        <p:xfrm>
          <a:off x="6610318" y="2789884"/>
          <a:ext cx="375288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3091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37321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37322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463826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1961322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strike="sngStrike">
                          <a:solidFill>
                            <a:schemeClr val="accent2"/>
                          </a:solidFill>
                        </a:rPr>
                        <a:t>A&gt;0</a:t>
                      </a:r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, B&gt;1, A&gt;B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F2E6655-D667-3076-4CB8-2D40CE653343}"/>
              </a:ext>
            </a:extLst>
          </p:cNvPr>
          <p:cNvCxnSpPr>
            <a:cxnSpLocks/>
          </p:cNvCxnSpPr>
          <p:nvPr/>
        </p:nvCxnSpPr>
        <p:spPr>
          <a:xfrm>
            <a:off x="10611565" y="3137591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9A7448A-4A0F-651A-7012-721FE6CD41D0}"/>
              </a:ext>
            </a:extLst>
          </p:cNvPr>
          <p:cNvSpPr txBox="1"/>
          <p:nvPr/>
        </p:nvSpPr>
        <p:spPr>
          <a:xfrm>
            <a:off x="854765" y="3942523"/>
            <a:ext cx="14908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&lt;0,1,2,3&gt;</a:t>
            </a:r>
            <a:endParaRPr lang="en-IT" sz="1500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511A0ED9-6EE3-CECA-473C-E1304A1E1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829009"/>
              </p:ext>
            </p:extLst>
          </p:nvPr>
        </p:nvGraphicFramePr>
        <p:xfrm>
          <a:off x="1067198" y="4293587"/>
          <a:ext cx="3752882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3091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37321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37322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463826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1961322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B&gt;1, A&gt;B</a:t>
                      </a:r>
                      <a:br>
                        <a:rPr lang="en-US" sz="1800">
                          <a:solidFill>
                            <a:schemeClr val="accent2"/>
                          </a:solidFill>
                        </a:rPr>
                      </a:br>
                      <a:r>
                        <a:rPr lang="en-US" sz="1800" strike="sngStrike">
                          <a:solidFill>
                            <a:schemeClr val="accent2"/>
                          </a:solidFill>
                        </a:rPr>
                        <a:t>0&lt;B</a:t>
                      </a:r>
                      <a:endParaRPr lang="en-IT" sz="1800" strike="sngStrike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6F49FE0-EF53-0ACD-1A57-7F105105B17A}"/>
              </a:ext>
            </a:extLst>
          </p:cNvPr>
          <p:cNvCxnSpPr>
            <a:cxnSpLocks/>
          </p:cNvCxnSpPr>
          <p:nvPr/>
        </p:nvCxnSpPr>
        <p:spPr>
          <a:xfrm>
            <a:off x="5068445" y="4641294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3DD7D84-E914-780F-9D4F-28889046AAB5}"/>
              </a:ext>
            </a:extLst>
          </p:cNvPr>
          <p:cNvSpPr txBox="1"/>
          <p:nvPr/>
        </p:nvSpPr>
        <p:spPr>
          <a:xfrm>
            <a:off x="5478116" y="3936588"/>
            <a:ext cx="165155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&lt;0,1,2,3,4&gt;</a:t>
            </a:r>
            <a:endParaRPr lang="en-IT" sz="150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D4FADE08-ABD4-1E72-DD32-E4C472A3F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233109"/>
              </p:ext>
            </p:extLst>
          </p:nvPr>
        </p:nvGraphicFramePr>
        <p:xfrm>
          <a:off x="5690550" y="4287652"/>
          <a:ext cx="375288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3091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37321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575212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325936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1961322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B&gt;1, A&gt;B</a:t>
                      </a:r>
                      <a:endParaRPr lang="en-IT" sz="1800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B3834B2-8E6C-C5E4-7296-07510A91A5DD}"/>
              </a:ext>
            </a:extLst>
          </p:cNvPr>
          <p:cNvCxnSpPr>
            <a:cxnSpLocks/>
          </p:cNvCxnSpPr>
          <p:nvPr/>
        </p:nvCxnSpPr>
        <p:spPr>
          <a:xfrm>
            <a:off x="9691797" y="4635359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0BADF1C-11EA-1D55-7595-D3E6902F4CD0}"/>
              </a:ext>
            </a:extLst>
          </p:cNvPr>
          <p:cNvSpPr txBox="1"/>
          <p:nvPr/>
        </p:nvSpPr>
        <p:spPr>
          <a:xfrm>
            <a:off x="10268201" y="441032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/>
              <a:t>…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C03FB2-C412-DA4A-5944-3243C283C15C}"/>
              </a:ext>
            </a:extLst>
          </p:cNvPr>
          <p:cNvSpPr txBox="1"/>
          <p:nvPr/>
        </p:nvSpPr>
        <p:spPr>
          <a:xfrm>
            <a:off x="8174584" y="2076754"/>
            <a:ext cx="37528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800">
                <a:solidFill>
                  <a:srgbClr val="FF0000"/>
                </a:solidFill>
              </a:rPr>
              <a:t>Test case {a = 4, b = 2} executes the T </a:t>
            </a:r>
            <a:br>
              <a:rPr lang="en-IT" sz="1800">
                <a:solidFill>
                  <a:srgbClr val="FF0000"/>
                </a:solidFill>
              </a:rPr>
            </a:br>
            <a:r>
              <a:rPr lang="en-IT" sz="1800">
                <a:solidFill>
                  <a:srgbClr val="FF0000"/>
                </a:solidFill>
              </a:rPr>
              <a:t>branch of condition 2 </a:t>
            </a:r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4076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9" grpId="0"/>
      <p:bldP spid="27" grpId="0"/>
      <p:bldP spid="30" grpId="0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2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12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27649"/>
            <a:ext cx="10515600" cy="582820"/>
          </a:xfrm>
        </p:spPr>
        <p:txBody>
          <a:bodyPr>
            <a:normAutofit/>
          </a:bodyPr>
          <a:lstStyle/>
          <a:p>
            <a:r>
              <a:rPr lang="en-GB" sz="2400"/>
              <a:t>Concolic execution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A5CD44-C7ED-A0E4-DD33-352E141B06A0}"/>
              </a:ext>
            </a:extLst>
          </p:cNvPr>
          <p:cNvSpPr txBox="1">
            <a:spLocks/>
          </p:cNvSpPr>
          <p:nvPr/>
        </p:nvSpPr>
        <p:spPr>
          <a:xfrm>
            <a:off x="6365663" y="302766"/>
            <a:ext cx="4850296" cy="18972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foo2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x = 1;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(a&gt;b &amp;&amp; a&gt;0 &amp;&amp; b&gt;1)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&lt;b;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br>
              <a:rPr lang="en-IT" sz="140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    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x = x*a;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(x &lt; rand(1,10))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    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4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“Log message”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DD7D84-E914-780F-9D4F-28889046AAB5}"/>
              </a:ext>
            </a:extLst>
          </p:cNvPr>
          <p:cNvSpPr txBox="1"/>
          <p:nvPr/>
        </p:nvSpPr>
        <p:spPr>
          <a:xfrm>
            <a:off x="494834" y="2361311"/>
            <a:ext cx="165155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&lt;0,1,2,3,4&gt;</a:t>
            </a:r>
            <a:endParaRPr lang="en-IT" sz="150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D4FADE08-ABD4-1E72-DD32-E4C472A3F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722612"/>
              </p:ext>
            </p:extLst>
          </p:nvPr>
        </p:nvGraphicFramePr>
        <p:xfrm>
          <a:off x="544530" y="2698494"/>
          <a:ext cx="3122145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357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318052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583096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298951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1631689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B&gt;1, A&gt;B</a:t>
                      </a:r>
                      <a:endParaRPr lang="en-IT" sz="1800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B3834B2-8E6C-C5E4-7296-07510A91A5DD}"/>
              </a:ext>
            </a:extLst>
          </p:cNvPr>
          <p:cNvCxnSpPr>
            <a:cxnSpLocks/>
          </p:cNvCxnSpPr>
          <p:nvPr/>
        </p:nvCxnSpPr>
        <p:spPr>
          <a:xfrm>
            <a:off x="3790405" y="3046046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E958ABE-B3F5-D683-40E2-7C22DCE5F946}"/>
              </a:ext>
            </a:extLst>
          </p:cNvPr>
          <p:cNvSpPr txBox="1"/>
          <p:nvPr/>
        </p:nvSpPr>
        <p:spPr>
          <a:xfrm>
            <a:off x="4295755" y="2323212"/>
            <a:ext cx="180024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&lt;0,1,2,3,4,3&gt;</a:t>
            </a:r>
            <a:endParaRPr lang="en-IT" sz="15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9832E5-6868-E0FF-5C22-853F0DE9E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092586"/>
              </p:ext>
            </p:extLst>
          </p:nvPr>
        </p:nvGraphicFramePr>
        <p:xfrm>
          <a:off x="4329247" y="2684476"/>
          <a:ext cx="3280461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789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291548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569844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1535680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B&gt;1, A&gt;B</a:t>
                      </a:r>
                      <a:br>
                        <a:rPr lang="en-US" sz="180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strike="sngStrike">
                          <a:solidFill>
                            <a:schemeClr val="accent2"/>
                          </a:solidFill>
                        </a:rPr>
                        <a:t>1&lt;B</a:t>
                      </a:r>
                      <a:r>
                        <a:rPr lang="en-US" sz="1800" strike="noStrike">
                          <a:solidFill>
                            <a:schemeClr val="accent2"/>
                          </a:solidFill>
                        </a:rPr>
                        <a:t> </a:t>
                      </a:r>
                      <a:endParaRPr lang="en-IT" sz="1800" strike="sngStrike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7854D8-EA8B-F90C-D129-DF6DB8E3D811}"/>
              </a:ext>
            </a:extLst>
          </p:cNvPr>
          <p:cNvCxnSpPr>
            <a:cxnSpLocks/>
          </p:cNvCxnSpPr>
          <p:nvPr/>
        </p:nvCxnSpPr>
        <p:spPr>
          <a:xfrm>
            <a:off x="7794172" y="3046046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6A94E2B-D642-82A4-BABD-EE46F90C5B99}"/>
              </a:ext>
            </a:extLst>
          </p:cNvPr>
          <p:cNvSpPr txBox="1"/>
          <p:nvPr/>
        </p:nvSpPr>
        <p:spPr>
          <a:xfrm>
            <a:off x="544530" y="4236736"/>
            <a:ext cx="240982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&lt;0,1,2,3,4,3,4,3&gt;</a:t>
            </a:r>
            <a:endParaRPr lang="en-IT" sz="150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6C5919D-1F71-08D3-C92A-1307E4198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402074"/>
              </p:ext>
            </p:extLst>
          </p:nvPr>
        </p:nvGraphicFramePr>
        <p:xfrm>
          <a:off x="8256691" y="2688387"/>
          <a:ext cx="3657014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709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265043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887896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514410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1711956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A*A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B&gt;1, A&gt;B</a:t>
                      </a:r>
                      <a:endParaRPr lang="en-IT" sz="1800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8F75885-4A06-836C-B52E-EE852CC96746}"/>
              </a:ext>
            </a:extLst>
          </p:cNvPr>
          <p:cNvSpPr txBox="1"/>
          <p:nvPr/>
        </p:nvSpPr>
        <p:spPr>
          <a:xfrm>
            <a:off x="8256690" y="2303854"/>
            <a:ext cx="213301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&lt;0,1,2,3,4,3,4&gt;</a:t>
            </a:r>
            <a:endParaRPr lang="en-IT" sz="150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0165923-D8A6-5CAE-C243-21730BC42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101212"/>
              </p:ext>
            </p:extLst>
          </p:nvPr>
        </p:nvGraphicFramePr>
        <p:xfrm>
          <a:off x="544530" y="4610743"/>
          <a:ext cx="3657014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709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265043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887896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514410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1711956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A*A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strike="sngStrike">
                          <a:solidFill>
                            <a:schemeClr val="tx1"/>
                          </a:solidFill>
                        </a:rPr>
                        <a:t>B&gt;1</a:t>
                      </a: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, A&gt;B</a:t>
                      </a:r>
                      <a:br>
                        <a:rPr lang="en-US" sz="180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strike="sngStrike">
                          <a:solidFill>
                            <a:schemeClr val="accent2"/>
                          </a:solidFill>
                        </a:rPr>
                        <a:t>2≥B</a:t>
                      </a:r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 B=2</a:t>
                      </a:r>
                      <a:endParaRPr lang="en-IT" sz="1800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EF15BD3-105A-CB7A-4256-95B7E73220D6}"/>
              </a:ext>
            </a:extLst>
          </p:cNvPr>
          <p:cNvCxnSpPr>
            <a:cxnSpLocks/>
          </p:cNvCxnSpPr>
          <p:nvPr/>
        </p:nvCxnSpPr>
        <p:spPr>
          <a:xfrm>
            <a:off x="4447998" y="4960985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80DE3F5-1AFE-E2D0-1221-AF460E06CF46}"/>
              </a:ext>
            </a:extLst>
          </p:cNvPr>
          <p:cNvSpPr txBox="1"/>
          <p:nvPr/>
        </p:nvSpPr>
        <p:spPr>
          <a:xfrm>
            <a:off x="5053680" y="4230982"/>
            <a:ext cx="240982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&lt;0,1,2,3,4,3,4,3,5&gt;</a:t>
            </a:r>
            <a:endParaRPr lang="en-IT" sz="150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C54244E-B4C6-C186-1905-4F4ED519B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097197"/>
              </p:ext>
            </p:extLst>
          </p:nvPr>
        </p:nvGraphicFramePr>
        <p:xfrm>
          <a:off x="5053680" y="4604989"/>
          <a:ext cx="3657014" cy="164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709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265043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887896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514410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1711956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A*A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A&gt;B</a:t>
                      </a:r>
                      <a:br>
                        <a:rPr lang="en-US" sz="180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B=2</a:t>
                      </a:r>
                      <a:br>
                        <a:rPr lang="en-US" sz="180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A*</a:t>
                      </a:r>
                      <a:r>
                        <a:rPr lang="en-US" sz="1800" err="1">
                          <a:solidFill>
                            <a:schemeClr val="accent2"/>
                          </a:solidFill>
                        </a:rPr>
                        <a:t>A≥rand</a:t>
                      </a:r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(1,10)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BC774AE0-C24F-B8E9-3B92-D6420A8108D1}"/>
              </a:ext>
            </a:extLst>
          </p:cNvPr>
          <p:cNvSpPr txBox="1"/>
          <p:nvPr/>
        </p:nvSpPr>
        <p:spPr>
          <a:xfrm>
            <a:off x="8957148" y="4990804"/>
            <a:ext cx="32804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“r</a:t>
            </a:r>
            <a:r>
              <a:rPr lang="en-IT" sz="1800">
                <a:solidFill>
                  <a:srgbClr val="FF0000"/>
                </a:solidFill>
              </a:rPr>
              <a:t>and(1,10)” black-box function.</a:t>
            </a:r>
            <a:br>
              <a:rPr lang="en-IT" sz="1800">
                <a:solidFill>
                  <a:srgbClr val="FF0000"/>
                </a:solidFill>
              </a:rPr>
            </a:br>
            <a:r>
              <a:rPr lang="en-IT" sz="1800">
                <a:solidFill>
                  <a:srgbClr val="FF0000"/>
                </a:solidFill>
              </a:rPr>
              <a:t>Assume it generates a random int in [1,10].</a:t>
            </a:r>
            <a:br>
              <a:rPr lang="en-IT" sz="1800">
                <a:solidFill>
                  <a:srgbClr val="FF0000"/>
                </a:solidFill>
              </a:rPr>
            </a:br>
            <a:r>
              <a:rPr lang="en-IT" sz="1800">
                <a:solidFill>
                  <a:srgbClr val="FF0000"/>
                </a:solidFill>
              </a:rPr>
              <a:t>Assume we draw 10.</a:t>
            </a:r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33819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7" grpId="0"/>
      <p:bldP spid="15" grpId="0"/>
      <p:bldP spid="23" grpId="0"/>
      <p:bldP spid="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2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13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27649"/>
            <a:ext cx="10515600" cy="582820"/>
          </a:xfrm>
        </p:spPr>
        <p:txBody>
          <a:bodyPr>
            <a:normAutofit/>
          </a:bodyPr>
          <a:lstStyle/>
          <a:p>
            <a:r>
              <a:rPr lang="en-GB" sz="2400"/>
              <a:t>Concolic execution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A5CD44-C7ED-A0E4-DD33-352E141B06A0}"/>
              </a:ext>
            </a:extLst>
          </p:cNvPr>
          <p:cNvSpPr txBox="1">
            <a:spLocks/>
          </p:cNvSpPr>
          <p:nvPr/>
        </p:nvSpPr>
        <p:spPr>
          <a:xfrm>
            <a:off x="6365663" y="302766"/>
            <a:ext cx="4850296" cy="18972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foo2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x = 1;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(a&gt;b &amp;&amp; a&gt;0 &amp;&amp; b&gt;1)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&lt;b;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br>
              <a:rPr lang="en-IT" sz="140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    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x = x*a;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(x &lt; rand(1,10))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    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4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“Log message”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EF15BD3-105A-CB7A-4256-95B7E73220D6}"/>
              </a:ext>
            </a:extLst>
          </p:cNvPr>
          <p:cNvCxnSpPr>
            <a:cxnSpLocks/>
          </p:cNvCxnSpPr>
          <p:nvPr/>
        </p:nvCxnSpPr>
        <p:spPr>
          <a:xfrm>
            <a:off x="1221867" y="3029015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80DE3F5-1AFE-E2D0-1221-AF460E06CF46}"/>
              </a:ext>
            </a:extLst>
          </p:cNvPr>
          <p:cNvSpPr txBox="1"/>
          <p:nvPr/>
        </p:nvSpPr>
        <p:spPr>
          <a:xfrm>
            <a:off x="1827549" y="2299012"/>
            <a:ext cx="275770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&lt;0,1,2,3,4,3,4,3,5&gt;</a:t>
            </a:r>
            <a:endParaRPr lang="en-IT" sz="150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C54244E-B4C6-C186-1905-4F4ED519B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690559"/>
              </p:ext>
            </p:extLst>
          </p:nvPr>
        </p:nvGraphicFramePr>
        <p:xfrm>
          <a:off x="1827549" y="2673019"/>
          <a:ext cx="3657014" cy="164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709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265043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887896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514410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1711956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A*A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A&gt;B</a:t>
                      </a:r>
                      <a:br>
                        <a:rPr lang="en-US" sz="180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2=B</a:t>
                      </a:r>
                      <a:br>
                        <a:rPr lang="en-US" sz="180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A*</a:t>
                      </a:r>
                      <a:r>
                        <a:rPr lang="en-US" sz="1800" err="1">
                          <a:solidFill>
                            <a:schemeClr val="tx1"/>
                          </a:solidFill>
                        </a:rPr>
                        <a:t>A≥rand</a:t>
                      </a: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(1,10)</a:t>
                      </a:r>
                      <a:endParaRPr lang="en-IT" sz="1800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DD5C958-AF6C-258A-7E8E-CFE4B8C42393}"/>
              </a:ext>
            </a:extLst>
          </p:cNvPr>
          <p:cNvSpPr txBox="1"/>
          <p:nvPr/>
        </p:nvSpPr>
        <p:spPr>
          <a:xfrm>
            <a:off x="762000" y="275779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6E6595-E08A-A57D-282C-FADD87B9E38E}"/>
              </a:ext>
            </a:extLst>
          </p:cNvPr>
          <p:cNvSpPr txBox="1"/>
          <p:nvPr/>
        </p:nvSpPr>
        <p:spPr>
          <a:xfrm>
            <a:off x="5881957" y="2382684"/>
            <a:ext cx="51836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800">
                <a:solidFill>
                  <a:srgbClr val="FF0000"/>
                </a:solidFill>
              </a:rPr>
              <a:t>Test case {a = 4, b = 2} executes the T </a:t>
            </a:r>
            <a:br>
              <a:rPr lang="en-IT" sz="1800">
                <a:solidFill>
                  <a:srgbClr val="FF0000"/>
                </a:solidFill>
              </a:rPr>
            </a:br>
            <a:r>
              <a:rPr lang="en-IT" sz="1800">
                <a:solidFill>
                  <a:srgbClr val="FF0000"/>
                </a:solidFill>
              </a:rPr>
              <a:t>branch of condition 2 and F branch of condition 5. </a:t>
            </a:r>
            <a:br>
              <a:rPr lang="en-IT" sz="1800">
                <a:solidFill>
                  <a:srgbClr val="FF0000"/>
                </a:solidFill>
              </a:rPr>
            </a:br>
            <a:r>
              <a:rPr lang="en-IT" sz="1800">
                <a:solidFill>
                  <a:srgbClr val="FF0000"/>
                </a:solidFill>
              </a:rPr>
              <a:t>We still need a test case that executes T branch for condition 2 and T branch for condition 5.</a:t>
            </a:r>
            <a:endParaRPr lang="en-I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D72AEB-1A7C-5E20-BCB6-851D90BDB4EF}"/>
              </a:ext>
            </a:extLst>
          </p:cNvPr>
          <p:cNvSpPr txBox="1"/>
          <p:nvPr/>
        </p:nvSpPr>
        <p:spPr>
          <a:xfrm>
            <a:off x="5771361" y="4059128"/>
            <a:ext cx="60634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cs typeface="Courier New" panose="02070309020205020404" pitchFamily="49" charset="0"/>
              </a:rPr>
              <a:t>Partial negation</a:t>
            </a:r>
            <a:r>
              <a:rPr lang="en-US" sz="1800">
                <a:cs typeface="Courier New" panose="02070309020205020404" pitchFamily="49" charset="0"/>
              </a:rPr>
              <a:t>: </a:t>
            </a:r>
            <a:r>
              <a:rPr lang="en-GB"/>
              <a:t>A&gt;B </a:t>
            </a:r>
            <a:r>
              <a:rPr lang="en-US"/>
              <a:t>∧</a:t>
            </a:r>
            <a:r>
              <a:rPr lang="en-GB"/>
              <a:t> B=2 </a:t>
            </a:r>
            <a:r>
              <a:rPr lang="en-US"/>
              <a:t>∧ </a:t>
            </a:r>
            <a:r>
              <a:rPr lang="en-IT"/>
              <a:t>¬</a:t>
            </a:r>
            <a:r>
              <a:rPr lang="en-US">
                <a:cs typeface="Courier New" panose="02070309020205020404" pitchFamily="49" charset="0"/>
              </a:rPr>
              <a:t>( </a:t>
            </a:r>
            <a:r>
              <a:rPr lang="en-GB"/>
              <a:t>A*A</a:t>
            </a:r>
            <a:r>
              <a:rPr lang="en-US"/>
              <a:t> ≥ </a:t>
            </a:r>
            <a:r>
              <a:rPr lang="en-GB"/>
              <a:t>rand(1,10))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90E91B-A659-D1D0-A57C-F4F9100F5D39}"/>
              </a:ext>
            </a:extLst>
          </p:cNvPr>
          <p:cNvSpPr txBox="1"/>
          <p:nvPr/>
        </p:nvSpPr>
        <p:spPr>
          <a:xfrm>
            <a:off x="5771361" y="4476484"/>
            <a:ext cx="2689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cs typeface="Courier New" panose="02070309020205020404" pitchFamily="49" charset="0"/>
              </a:rPr>
              <a:t>Symbolic-to-concrete step:</a:t>
            </a:r>
            <a:endParaRPr lang="en-IT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FECAB5-01DD-F49C-8B73-55345042889E}"/>
              </a:ext>
            </a:extLst>
          </p:cNvPr>
          <p:cNvSpPr txBox="1"/>
          <p:nvPr/>
        </p:nvSpPr>
        <p:spPr>
          <a:xfrm>
            <a:off x="5881957" y="49454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A&gt;B </a:t>
            </a:r>
            <a:r>
              <a:rPr lang="en-US"/>
              <a:t>∧ </a:t>
            </a:r>
            <a:r>
              <a:rPr lang="en-GB"/>
              <a:t>B=2 </a:t>
            </a:r>
            <a:r>
              <a:rPr lang="en-US"/>
              <a:t>∧ </a:t>
            </a:r>
            <a:r>
              <a:rPr lang="en-IT"/>
              <a:t>¬</a:t>
            </a:r>
            <a:r>
              <a:rPr lang="en-US">
                <a:cs typeface="Courier New" panose="02070309020205020404" pitchFamily="49" charset="0"/>
              </a:rPr>
              <a:t>( </a:t>
            </a:r>
            <a:r>
              <a:rPr lang="en-GB"/>
              <a:t>A*A</a:t>
            </a:r>
            <a:r>
              <a:rPr lang="en-US" sz="1800">
                <a:solidFill>
                  <a:schemeClr val="tx1"/>
                </a:solidFill>
              </a:rPr>
              <a:t> ≥ </a:t>
            </a:r>
            <a:r>
              <a:rPr lang="en-GB">
                <a:solidFill>
                  <a:srgbClr val="FF0000"/>
                </a:solidFill>
              </a:rPr>
              <a:t>10</a:t>
            </a:r>
            <a:r>
              <a:rPr lang="en-GB"/>
              <a:t> ) =&gt;</a:t>
            </a:r>
            <a:endParaRPr lang="en-I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5155E9-F6E2-F9F4-F641-288BDCCFC6BC}"/>
              </a:ext>
            </a:extLst>
          </p:cNvPr>
          <p:cNvSpPr txBox="1"/>
          <p:nvPr/>
        </p:nvSpPr>
        <p:spPr>
          <a:xfrm>
            <a:off x="5881957" y="53363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A&gt;B </a:t>
            </a:r>
            <a:r>
              <a:rPr lang="en-US"/>
              <a:t>∧ </a:t>
            </a:r>
            <a:r>
              <a:rPr lang="en-GB"/>
              <a:t>B=2 </a:t>
            </a:r>
            <a:r>
              <a:rPr lang="en-US"/>
              <a:t>∧</a:t>
            </a:r>
            <a:r>
              <a:rPr lang="en-US">
                <a:cs typeface="Courier New" panose="02070309020205020404" pitchFamily="49" charset="0"/>
              </a:rPr>
              <a:t> </a:t>
            </a:r>
            <a:r>
              <a:rPr lang="en-GB"/>
              <a:t>A*A</a:t>
            </a:r>
            <a:r>
              <a:rPr lang="en-US" sz="1800">
                <a:solidFill>
                  <a:schemeClr val="tx1"/>
                </a:solidFill>
              </a:rPr>
              <a:t>&lt;</a:t>
            </a:r>
            <a:r>
              <a:rPr lang="en-GB">
                <a:solidFill>
                  <a:srgbClr val="FF0000"/>
                </a:solidFill>
              </a:rPr>
              <a:t>10</a:t>
            </a:r>
            <a:r>
              <a:rPr lang="en-GB"/>
              <a:t> </a:t>
            </a:r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7881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11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2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14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27649"/>
            <a:ext cx="10515600" cy="582820"/>
          </a:xfrm>
        </p:spPr>
        <p:txBody>
          <a:bodyPr>
            <a:normAutofit/>
          </a:bodyPr>
          <a:lstStyle/>
          <a:p>
            <a:r>
              <a:rPr lang="en-GB" sz="2400"/>
              <a:t>Concolic execution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A5CD44-C7ED-A0E4-DD33-352E141B06A0}"/>
              </a:ext>
            </a:extLst>
          </p:cNvPr>
          <p:cNvSpPr txBox="1">
            <a:spLocks/>
          </p:cNvSpPr>
          <p:nvPr/>
        </p:nvSpPr>
        <p:spPr>
          <a:xfrm>
            <a:off x="6365663" y="302766"/>
            <a:ext cx="4850296" cy="18972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foo2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x = 1;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(a&gt;b &amp;&amp; a&gt;0 &amp;&amp; b&gt;1)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&lt;b;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br>
              <a:rPr lang="en-IT" sz="140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    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x = x*a;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(x &lt; rand(1,10))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    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4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“Log message”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EF15BD3-105A-CB7A-4256-95B7E73220D6}"/>
              </a:ext>
            </a:extLst>
          </p:cNvPr>
          <p:cNvCxnSpPr>
            <a:cxnSpLocks/>
          </p:cNvCxnSpPr>
          <p:nvPr/>
        </p:nvCxnSpPr>
        <p:spPr>
          <a:xfrm>
            <a:off x="1221867" y="3029015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80DE3F5-1AFE-E2D0-1221-AF460E06CF46}"/>
              </a:ext>
            </a:extLst>
          </p:cNvPr>
          <p:cNvSpPr txBox="1"/>
          <p:nvPr/>
        </p:nvSpPr>
        <p:spPr>
          <a:xfrm>
            <a:off x="1827549" y="2299012"/>
            <a:ext cx="275770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&lt;0,1,2,3,4,3,4,3,5&gt;</a:t>
            </a:r>
            <a:endParaRPr lang="en-IT" sz="150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C54244E-B4C6-C186-1905-4F4ED519B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132142"/>
              </p:ext>
            </p:extLst>
          </p:nvPr>
        </p:nvGraphicFramePr>
        <p:xfrm>
          <a:off x="1827549" y="2673019"/>
          <a:ext cx="3657014" cy="164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709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265043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887896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514410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1711956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A*A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A&gt;0, A&gt;B</a:t>
                      </a:r>
                      <a:br>
                        <a:rPr lang="en-US" sz="180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2=B</a:t>
                      </a:r>
                      <a:br>
                        <a:rPr lang="en-US" sz="180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A*</a:t>
                      </a:r>
                      <a:r>
                        <a:rPr lang="en-US" sz="1800" err="1">
                          <a:solidFill>
                            <a:schemeClr val="tx1"/>
                          </a:solidFill>
                        </a:rPr>
                        <a:t>A≥rand</a:t>
                      </a: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(1,10)</a:t>
                      </a:r>
                      <a:endParaRPr lang="en-IT" sz="1800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DD5C958-AF6C-258A-7E8E-CFE4B8C42393}"/>
              </a:ext>
            </a:extLst>
          </p:cNvPr>
          <p:cNvSpPr txBox="1"/>
          <p:nvPr/>
        </p:nvSpPr>
        <p:spPr>
          <a:xfrm>
            <a:off x="762000" y="275779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6E6595-E08A-A57D-282C-FADD87B9E38E}"/>
              </a:ext>
            </a:extLst>
          </p:cNvPr>
          <p:cNvSpPr txBox="1"/>
          <p:nvPr/>
        </p:nvSpPr>
        <p:spPr>
          <a:xfrm>
            <a:off x="5881957" y="2382684"/>
            <a:ext cx="51836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800">
                <a:solidFill>
                  <a:srgbClr val="FF0000"/>
                </a:solidFill>
              </a:rPr>
              <a:t>Test case {a = 4, b = 2} executes the T </a:t>
            </a:r>
            <a:br>
              <a:rPr lang="en-IT" sz="1800">
                <a:solidFill>
                  <a:srgbClr val="FF0000"/>
                </a:solidFill>
              </a:rPr>
            </a:br>
            <a:r>
              <a:rPr lang="en-IT" sz="1800">
                <a:solidFill>
                  <a:srgbClr val="FF0000"/>
                </a:solidFill>
              </a:rPr>
              <a:t>branch of condition 2 and F branch of condition 5. </a:t>
            </a:r>
            <a:br>
              <a:rPr lang="en-IT" sz="1800">
                <a:solidFill>
                  <a:srgbClr val="FF0000"/>
                </a:solidFill>
              </a:rPr>
            </a:br>
            <a:r>
              <a:rPr lang="en-IT" sz="1800">
                <a:solidFill>
                  <a:srgbClr val="FF0000"/>
                </a:solidFill>
              </a:rPr>
              <a:t>We still need a test case that executes T branch for condition 2 and T branch for condition 5.</a:t>
            </a:r>
            <a:endParaRPr lang="en-I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D72AEB-1A7C-5E20-BCB6-851D90BDB4EF}"/>
              </a:ext>
            </a:extLst>
          </p:cNvPr>
          <p:cNvSpPr txBox="1"/>
          <p:nvPr/>
        </p:nvSpPr>
        <p:spPr>
          <a:xfrm>
            <a:off x="5771361" y="4059128"/>
            <a:ext cx="60634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cs typeface="Courier New" panose="02070309020205020404" pitchFamily="49" charset="0"/>
              </a:rPr>
              <a:t>Partial negation</a:t>
            </a:r>
            <a:r>
              <a:rPr lang="en-US" sz="1800">
                <a:cs typeface="Courier New" panose="02070309020205020404" pitchFamily="49" charset="0"/>
              </a:rPr>
              <a:t>: </a:t>
            </a:r>
            <a:r>
              <a:rPr lang="en-GB"/>
              <a:t>A&gt;B </a:t>
            </a:r>
            <a:r>
              <a:rPr lang="en-US"/>
              <a:t>∧ </a:t>
            </a:r>
            <a:r>
              <a:rPr lang="en-GB"/>
              <a:t>B=2 </a:t>
            </a:r>
            <a:r>
              <a:rPr lang="en-US"/>
              <a:t>∧ </a:t>
            </a:r>
            <a:r>
              <a:rPr lang="en-IT"/>
              <a:t>¬</a:t>
            </a:r>
            <a:r>
              <a:rPr lang="en-US">
                <a:cs typeface="Courier New" panose="02070309020205020404" pitchFamily="49" charset="0"/>
              </a:rPr>
              <a:t>( </a:t>
            </a:r>
            <a:r>
              <a:rPr lang="en-GB"/>
              <a:t>A*A</a:t>
            </a:r>
            <a:r>
              <a:rPr lang="en-US"/>
              <a:t> ≥ </a:t>
            </a:r>
            <a:r>
              <a:rPr lang="en-GB"/>
              <a:t>rand(1,10))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90E91B-A659-D1D0-A57C-F4F9100F5D39}"/>
              </a:ext>
            </a:extLst>
          </p:cNvPr>
          <p:cNvSpPr txBox="1"/>
          <p:nvPr/>
        </p:nvSpPr>
        <p:spPr>
          <a:xfrm>
            <a:off x="5771361" y="4476484"/>
            <a:ext cx="2689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cs typeface="Courier New" panose="02070309020205020404" pitchFamily="49" charset="0"/>
              </a:rPr>
              <a:t>Symbolic-to-concrete step:</a:t>
            </a:r>
            <a:endParaRPr lang="en-IT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FECAB5-01DD-F49C-8B73-55345042889E}"/>
              </a:ext>
            </a:extLst>
          </p:cNvPr>
          <p:cNvSpPr txBox="1"/>
          <p:nvPr/>
        </p:nvSpPr>
        <p:spPr>
          <a:xfrm>
            <a:off x="5881957" y="49454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A&gt;B </a:t>
            </a:r>
            <a:r>
              <a:rPr lang="en-US"/>
              <a:t>∧ </a:t>
            </a:r>
            <a:r>
              <a:rPr lang="en-GB"/>
              <a:t>B=2 </a:t>
            </a:r>
            <a:r>
              <a:rPr lang="en-US"/>
              <a:t>∧ </a:t>
            </a:r>
            <a:r>
              <a:rPr lang="en-IT"/>
              <a:t>¬</a:t>
            </a:r>
            <a:r>
              <a:rPr lang="en-US">
                <a:cs typeface="Courier New" panose="02070309020205020404" pitchFamily="49" charset="0"/>
              </a:rPr>
              <a:t>( </a:t>
            </a:r>
            <a:r>
              <a:rPr lang="en-GB"/>
              <a:t>A*A</a:t>
            </a:r>
            <a:r>
              <a:rPr lang="en-US" sz="1800">
                <a:solidFill>
                  <a:schemeClr val="tx1"/>
                </a:solidFill>
              </a:rPr>
              <a:t> ≥ </a:t>
            </a:r>
            <a:r>
              <a:rPr lang="en-GB">
                <a:solidFill>
                  <a:srgbClr val="FF0000"/>
                </a:solidFill>
              </a:rPr>
              <a:t>10</a:t>
            </a:r>
            <a:r>
              <a:rPr lang="en-GB"/>
              <a:t> )</a:t>
            </a:r>
            <a:endParaRPr lang="en-I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5155E9-F6E2-F9F4-F641-288BDCCFC6BC}"/>
              </a:ext>
            </a:extLst>
          </p:cNvPr>
          <p:cNvSpPr txBox="1"/>
          <p:nvPr/>
        </p:nvSpPr>
        <p:spPr>
          <a:xfrm>
            <a:off x="5881957" y="57837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A&gt;B </a:t>
            </a:r>
            <a:r>
              <a:rPr lang="en-US"/>
              <a:t>∧ </a:t>
            </a:r>
            <a:r>
              <a:rPr lang="en-GB"/>
              <a:t>B=2 </a:t>
            </a:r>
            <a:r>
              <a:rPr lang="en-US"/>
              <a:t>∧ </a:t>
            </a:r>
            <a:r>
              <a:rPr lang="en-GB"/>
              <a:t>A*A</a:t>
            </a:r>
            <a:r>
              <a:rPr lang="en-US" sz="1800">
                <a:solidFill>
                  <a:schemeClr val="tx1"/>
                </a:solidFill>
              </a:rPr>
              <a:t>&lt;</a:t>
            </a:r>
            <a:r>
              <a:rPr lang="en-GB"/>
              <a:t>10 </a:t>
            </a:r>
            <a:endParaRPr lang="en-I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16B64A-EEEE-6BCB-2A1B-5FC064DD7B14}"/>
              </a:ext>
            </a:extLst>
          </p:cNvPr>
          <p:cNvSpPr txBox="1"/>
          <p:nvPr/>
        </p:nvSpPr>
        <p:spPr>
          <a:xfrm>
            <a:off x="5771360" y="5414390"/>
            <a:ext cx="2689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cs typeface="Courier New" panose="02070309020205020404" pitchFamily="49" charset="0"/>
              </a:rPr>
              <a:t>Solve:</a:t>
            </a:r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3783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11" grpId="0"/>
      <p:bldP spid="1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2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15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27649"/>
            <a:ext cx="10515600" cy="582820"/>
          </a:xfrm>
        </p:spPr>
        <p:txBody>
          <a:bodyPr>
            <a:normAutofit/>
          </a:bodyPr>
          <a:lstStyle/>
          <a:p>
            <a:r>
              <a:rPr lang="en-GB" sz="2400"/>
              <a:t>Concolic execution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A5CD44-C7ED-A0E4-DD33-352E141B06A0}"/>
              </a:ext>
            </a:extLst>
          </p:cNvPr>
          <p:cNvSpPr txBox="1">
            <a:spLocks/>
          </p:cNvSpPr>
          <p:nvPr/>
        </p:nvSpPr>
        <p:spPr>
          <a:xfrm>
            <a:off x="6365663" y="302766"/>
            <a:ext cx="4850296" cy="18972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foo2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x = 1;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(a&gt;b &amp;&amp; a&gt;0 &amp;&amp; b&gt;1)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&lt;b;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br>
              <a:rPr lang="en-IT" sz="140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    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x = x*a;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(x &lt; rand(1,10))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    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4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“Log message”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5155E9-F6E2-F9F4-F641-288BDCCFC6BC}"/>
              </a:ext>
            </a:extLst>
          </p:cNvPr>
          <p:cNvSpPr txBox="1"/>
          <p:nvPr/>
        </p:nvSpPr>
        <p:spPr>
          <a:xfrm>
            <a:off x="7464372" y="2200010"/>
            <a:ext cx="3390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A&gt;B </a:t>
            </a:r>
            <a:r>
              <a:rPr lang="en-US"/>
              <a:t>∧ </a:t>
            </a:r>
            <a:r>
              <a:rPr lang="en-GB"/>
              <a:t>B=2 </a:t>
            </a:r>
            <a:r>
              <a:rPr lang="en-US"/>
              <a:t>∧ </a:t>
            </a:r>
            <a:r>
              <a:rPr lang="en-GB"/>
              <a:t>A*A</a:t>
            </a:r>
            <a:r>
              <a:rPr lang="en-US" sz="1800">
                <a:solidFill>
                  <a:schemeClr val="tx1"/>
                </a:solidFill>
              </a:rPr>
              <a:t>&lt;</a:t>
            </a:r>
            <a:r>
              <a:rPr lang="en-GB"/>
              <a:t>10 </a:t>
            </a:r>
            <a:endParaRPr lang="en-I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16B64A-EEEE-6BCB-2A1B-5FC064DD7B14}"/>
              </a:ext>
            </a:extLst>
          </p:cNvPr>
          <p:cNvSpPr txBox="1"/>
          <p:nvPr/>
        </p:nvSpPr>
        <p:spPr>
          <a:xfrm>
            <a:off x="6746722" y="2197148"/>
            <a:ext cx="1815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cs typeface="Courier New" panose="02070309020205020404" pitchFamily="49" charset="0"/>
              </a:rPr>
              <a:t>Solve:</a:t>
            </a:r>
            <a:endParaRPr lang="en-IT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A982C92-F7E9-D332-3B02-325E9A8AA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950405"/>
              </p:ext>
            </p:extLst>
          </p:nvPr>
        </p:nvGraphicFramePr>
        <p:xfrm>
          <a:off x="872559" y="2912820"/>
          <a:ext cx="2037521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620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381914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T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6A64FB5-58D5-DAE6-3390-1A4AD2F77ECE}"/>
              </a:ext>
            </a:extLst>
          </p:cNvPr>
          <p:cNvSpPr txBox="1"/>
          <p:nvPr/>
        </p:nvSpPr>
        <p:spPr>
          <a:xfrm>
            <a:off x="859307" y="2640110"/>
            <a:ext cx="8504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&lt;0&gt;</a:t>
            </a:r>
            <a:endParaRPr lang="en-IT" sz="150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CCFBF03A-C89D-8543-1CE1-013A437A27C4}"/>
              </a:ext>
            </a:extLst>
          </p:cNvPr>
          <p:cNvSpPr/>
          <p:nvPr/>
        </p:nvSpPr>
        <p:spPr>
          <a:xfrm rot="20955242">
            <a:off x="3018330" y="2418434"/>
            <a:ext cx="3624698" cy="323164"/>
          </a:xfrm>
          <a:custGeom>
            <a:avLst/>
            <a:gdLst>
              <a:gd name="connsiteX0" fmla="*/ 2531165 w 2531165"/>
              <a:gd name="connsiteY0" fmla="*/ 475605 h 475605"/>
              <a:gd name="connsiteX1" fmla="*/ 1073426 w 2531165"/>
              <a:gd name="connsiteY1" fmla="*/ 11779 h 475605"/>
              <a:gd name="connsiteX2" fmla="*/ 0 w 2531165"/>
              <a:gd name="connsiteY2" fmla="*/ 184057 h 475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31165" h="475605">
                <a:moveTo>
                  <a:pt x="2531165" y="475605"/>
                </a:moveTo>
                <a:cubicBezTo>
                  <a:pt x="2013226" y="267987"/>
                  <a:pt x="1495287" y="60370"/>
                  <a:pt x="1073426" y="11779"/>
                </a:cubicBezTo>
                <a:cubicBezTo>
                  <a:pt x="651565" y="-36812"/>
                  <a:pt x="325782" y="73622"/>
                  <a:pt x="0" y="184057"/>
                </a:cubicBezTo>
              </a:path>
            </a:pathLst>
          </a:custGeom>
          <a:noFill/>
          <a:ln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6722F3-DDEB-C080-2185-ECD50DB2F57B}"/>
              </a:ext>
            </a:extLst>
          </p:cNvPr>
          <p:cNvSpPr txBox="1"/>
          <p:nvPr/>
        </p:nvSpPr>
        <p:spPr>
          <a:xfrm>
            <a:off x="4326897" y="2044490"/>
            <a:ext cx="1499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800">
                <a:solidFill>
                  <a:srgbClr val="FF0000"/>
                </a:solidFill>
              </a:rPr>
              <a:t>{a = 3, b = 2} </a:t>
            </a:r>
            <a:endParaRPr lang="en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1D974D-0AB7-0A15-EC82-72C0A48E40DD}"/>
              </a:ext>
            </a:extLst>
          </p:cNvPr>
          <p:cNvSpPr txBox="1"/>
          <p:nvPr/>
        </p:nvSpPr>
        <p:spPr>
          <a:xfrm>
            <a:off x="3983789" y="2582763"/>
            <a:ext cx="8504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&lt;0,1&gt;</a:t>
            </a:r>
            <a:endParaRPr lang="en-IT" sz="150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D897A9A-2C5A-30C3-EA89-45A749FAA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413430"/>
              </p:ext>
            </p:extLst>
          </p:nvPr>
        </p:nvGraphicFramePr>
        <p:xfrm>
          <a:off x="3687677" y="2880360"/>
          <a:ext cx="2037521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620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451329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381914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T</a:t>
                      </a:r>
                      <a:endParaRPr lang="en-IT" sz="1800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34D6CB-BE0A-4A78-EF53-9A455FE793AA}"/>
              </a:ext>
            </a:extLst>
          </p:cNvPr>
          <p:cNvCxnSpPr>
            <a:cxnSpLocks/>
          </p:cNvCxnSpPr>
          <p:nvPr/>
        </p:nvCxnSpPr>
        <p:spPr>
          <a:xfrm>
            <a:off x="5969853" y="3226341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4F1611C-2506-6EBE-E83D-FFA62817840F}"/>
              </a:ext>
            </a:extLst>
          </p:cNvPr>
          <p:cNvSpPr txBox="1"/>
          <p:nvPr/>
        </p:nvSpPr>
        <p:spPr>
          <a:xfrm>
            <a:off x="6508534" y="2608318"/>
            <a:ext cx="116910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&lt;0,1,2&gt;</a:t>
            </a:r>
            <a:endParaRPr lang="en-IT" sz="150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7D888E3-597C-5CCE-4B63-A163E8877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698476"/>
              </p:ext>
            </p:extLst>
          </p:nvPr>
        </p:nvGraphicFramePr>
        <p:xfrm>
          <a:off x="6573736" y="2880360"/>
          <a:ext cx="375288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3091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37321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37322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463826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1961322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strike="sngStrike">
                          <a:solidFill>
                            <a:schemeClr val="accent2"/>
                          </a:solidFill>
                        </a:rPr>
                        <a:t>A&gt;0</a:t>
                      </a:r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, B&gt;1, A&gt;B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AD70CD1-0ABE-32FB-4B6A-DEE7FBCDA98E}"/>
              </a:ext>
            </a:extLst>
          </p:cNvPr>
          <p:cNvCxnSpPr>
            <a:cxnSpLocks/>
          </p:cNvCxnSpPr>
          <p:nvPr/>
        </p:nvCxnSpPr>
        <p:spPr>
          <a:xfrm>
            <a:off x="10574983" y="3228067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7737E24-32C0-8D39-EBB3-837F156FEB3C}"/>
              </a:ext>
            </a:extLst>
          </p:cNvPr>
          <p:cNvSpPr txBox="1"/>
          <p:nvPr/>
        </p:nvSpPr>
        <p:spPr>
          <a:xfrm>
            <a:off x="818183" y="4032999"/>
            <a:ext cx="14908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&lt;0,1,2,3&gt;</a:t>
            </a:r>
            <a:endParaRPr lang="en-IT" sz="150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4EA37FD-02D6-EFA9-5DDC-DE0198B8E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559210"/>
              </p:ext>
            </p:extLst>
          </p:nvPr>
        </p:nvGraphicFramePr>
        <p:xfrm>
          <a:off x="1030616" y="4384063"/>
          <a:ext cx="3752882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3091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37321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437322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463826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1961322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B&gt;1, A&gt;B</a:t>
                      </a:r>
                      <a:br>
                        <a:rPr lang="en-US" sz="1800">
                          <a:solidFill>
                            <a:schemeClr val="accent2"/>
                          </a:solidFill>
                        </a:rPr>
                      </a:br>
                      <a:r>
                        <a:rPr lang="en-US" sz="1800" strike="sngStrike">
                          <a:solidFill>
                            <a:schemeClr val="accent2"/>
                          </a:solidFill>
                        </a:rPr>
                        <a:t>0&lt;B</a:t>
                      </a:r>
                      <a:endParaRPr lang="en-IT" sz="1800" strike="sngStrike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8B860C-1834-1878-706D-7E1374CC05D5}"/>
              </a:ext>
            </a:extLst>
          </p:cNvPr>
          <p:cNvCxnSpPr>
            <a:cxnSpLocks/>
          </p:cNvCxnSpPr>
          <p:nvPr/>
        </p:nvCxnSpPr>
        <p:spPr>
          <a:xfrm>
            <a:off x="5031863" y="4731770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B0EF84E-813B-65AF-9777-D1B1ED4BCEF4}"/>
              </a:ext>
            </a:extLst>
          </p:cNvPr>
          <p:cNvSpPr txBox="1"/>
          <p:nvPr/>
        </p:nvSpPr>
        <p:spPr>
          <a:xfrm>
            <a:off x="5441534" y="4027064"/>
            <a:ext cx="165155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&lt;0,1,2,3,4&gt;</a:t>
            </a:r>
            <a:endParaRPr lang="en-IT" sz="150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0EC3B2BA-5221-C110-4C46-E96E019E9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383409"/>
              </p:ext>
            </p:extLst>
          </p:nvPr>
        </p:nvGraphicFramePr>
        <p:xfrm>
          <a:off x="5653968" y="4378128"/>
          <a:ext cx="375288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3091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437321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575212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325936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1961322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B&gt;1, A&gt;B</a:t>
                      </a:r>
                      <a:endParaRPr lang="en-IT" sz="1800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C54374-3CA1-29F9-322C-76C84F8B7C1C}"/>
              </a:ext>
            </a:extLst>
          </p:cNvPr>
          <p:cNvSpPr txBox="1"/>
          <p:nvPr/>
        </p:nvSpPr>
        <p:spPr>
          <a:xfrm>
            <a:off x="10231619" y="450079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/>
              <a:t>…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3184CCC-CD0D-FBB4-2839-801A8D197C8F}"/>
              </a:ext>
            </a:extLst>
          </p:cNvPr>
          <p:cNvCxnSpPr>
            <a:cxnSpLocks/>
          </p:cNvCxnSpPr>
          <p:nvPr/>
        </p:nvCxnSpPr>
        <p:spPr>
          <a:xfrm>
            <a:off x="9622972" y="4731770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16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5" grpId="0"/>
      <p:bldP spid="21" grpId="0"/>
      <p:bldP spid="24" grpId="0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2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16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27649"/>
            <a:ext cx="10515600" cy="582820"/>
          </a:xfrm>
        </p:spPr>
        <p:txBody>
          <a:bodyPr>
            <a:normAutofit/>
          </a:bodyPr>
          <a:lstStyle/>
          <a:p>
            <a:r>
              <a:rPr lang="en-GB" sz="2400"/>
              <a:t>Concolic execution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A5CD44-C7ED-A0E4-DD33-352E141B06A0}"/>
              </a:ext>
            </a:extLst>
          </p:cNvPr>
          <p:cNvSpPr txBox="1">
            <a:spLocks/>
          </p:cNvSpPr>
          <p:nvPr/>
        </p:nvSpPr>
        <p:spPr>
          <a:xfrm>
            <a:off x="6365663" y="302766"/>
            <a:ext cx="4850296" cy="18972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foo2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x = 1;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(a&gt;b &amp;&amp; a&gt;0 &amp;&amp; b&gt;1)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&lt;b;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br>
              <a:rPr lang="en-IT" sz="140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    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x = x*a;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(x &lt; rand(1,10))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    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4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“Log message”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0EF84E-813B-65AF-9777-D1B1ED4BCEF4}"/>
              </a:ext>
            </a:extLst>
          </p:cNvPr>
          <p:cNvSpPr txBox="1"/>
          <p:nvPr/>
        </p:nvSpPr>
        <p:spPr>
          <a:xfrm>
            <a:off x="815009" y="2347430"/>
            <a:ext cx="165155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&lt;0,1,2,3,4&gt;</a:t>
            </a:r>
            <a:endParaRPr lang="en-IT" sz="150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0EC3B2BA-5221-C110-4C46-E96E019E9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6443"/>
              </p:ext>
            </p:extLst>
          </p:nvPr>
        </p:nvGraphicFramePr>
        <p:xfrm>
          <a:off x="448662" y="2701841"/>
          <a:ext cx="3280461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055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382270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502803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284907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1714426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B&gt;1, A&gt;B</a:t>
                      </a:r>
                      <a:endParaRPr lang="en-IT" sz="1800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3184CCC-CD0D-FBB4-2839-801A8D197C8F}"/>
              </a:ext>
            </a:extLst>
          </p:cNvPr>
          <p:cNvCxnSpPr>
            <a:cxnSpLocks/>
          </p:cNvCxnSpPr>
          <p:nvPr/>
        </p:nvCxnSpPr>
        <p:spPr>
          <a:xfrm>
            <a:off x="3906456" y="3050182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A48FA3C-AB35-270A-0F44-5BD0E72EAB14}"/>
              </a:ext>
            </a:extLst>
          </p:cNvPr>
          <p:cNvSpPr txBox="1"/>
          <p:nvPr/>
        </p:nvSpPr>
        <p:spPr>
          <a:xfrm>
            <a:off x="4295755" y="2323212"/>
            <a:ext cx="180024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&lt;0,1,2,3,4,3&gt;</a:t>
            </a:r>
            <a:endParaRPr lang="en-IT" sz="150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D03447F-BF15-24D6-6A36-AA273268F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908770"/>
              </p:ext>
            </p:extLst>
          </p:nvPr>
        </p:nvGraphicFramePr>
        <p:xfrm>
          <a:off x="4410420" y="2683396"/>
          <a:ext cx="3280461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789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291548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569844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1535680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325006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strike="sngStrike">
                          <a:solidFill>
                            <a:schemeClr val="tx1"/>
                          </a:solidFill>
                        </a:rPr>
                        <a:t>B&gt;1</a:t>
                      </a: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, A&gt;B</a:t>
                      </a:r>
                      <a:br>
                        <a:rPr lang="en-US" sz="180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strike="sngStrike">
                          <a:solidFill>
                            <a:schemeClr val="accent2"/>
                          </a:solidFill>
                        </a:rPr>
                        <a:t>1&lt;B</a:t>
                      </a:r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 B&gt;1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DE4C3E-9E06-2B67-000D-BB47701255B0}"/>
              </a:ext>
            </a:extLst>
          </p:cNvPr>
          <p:cNvCxnSpPr>
            <a:cxnSpLocks/>
          </p:cNvCxnSpPr>
          <p:nvPr/>
        </p:nvCxnSpPr>
        <p:spPr>
          <a:xfrm>
            <a:off x="7794172" y="3046046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BEFF8D0-0C48-D33D-10C6-5CDD6541685A}"/>
              </a:ext>
            </a:extLst>
          </p:cNvPr>
          <p:cNvSpPr txBox="1"/>
          <p:nvPr/>
        </p:nvSpPr>
        <p:spPr>
          <a:xfrm>
            <a:off x="544530" y="4236736"/>
            <a:ext cx="240982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&lt;0,1,2,3,4,3,4,3&gt;</a:t>
            </a:r>
            <a:endParaRPr lang="en-IT" sz="150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C411FB7-9C30-ACD6-B4D6-80FA11068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305772"/>
              </p:ext>
            </p:extLst>
          </p:nvPr>
        </p:nvGraphicFramePr>
        <p:xfrm>
          <a:off x="8256691" y="2688387"/>
          <a:ext cx="3657014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709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265043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887896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514410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1711956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A*A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B&gt;1, A&gt;B</a:t>
                      </a:r>
                      <a:endParaRPr lang="en-IT" sz="1800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C97E8031-BCA4-6DBD-91E9-1100E386FC3F}"/>
              </a:ext>
            </a:extLst>
          </p:cNvPr>
          <p:cNvSpPr txBox="1"/>
          <p:nvPr/>
        </p:nvSpPr>
        <p:spPr>
          <a:xfrm>
            <a:off x="8256690" y="2303854"/>
            <a:ext cx="213301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&lt;0,1,2,3,4,3,4&gt;</a:t>
            </a:r>
            <a:endParaRPr lang="en-IT" sz="1500"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E014163-B3B4-D2AC-27E7-B8AA1B812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399017"/>
              </p:ext>
            </p:extLst>
          </p:nvPr>
        </p:nvGraphicFramePr>
        <p:xfrm>
          <a:off x="544530" y="4610743"/>
          <a:ext cx="3657014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709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265043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887896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514410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1711956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A*A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strike="sngStrike">
                          <a:solidFill>
                            <a:schemeClr val="tx1"/>
                          </a:solidFill>
                        </a:rPr>
                        <a:t>B&gt;1</a:t>
                      </a: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, A&gt;B</a:t>
                      </a:r>
                      <a:br>
                        <a:rPr lang="en-US" sz="180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strike="sngStrike">
                          <a:solidFill>
                            <a:schemeClr val="accent2"/>
                          </a:solidFill>
                        </a:rPr>
                        <a:t>2≥B</a:t>
                      </a:r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 B=2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87915DE-438F-8B67-BEC2-C7A0C2749D08}"/>
              </a:ext>
            </a:extLst>
          </p:cNvPr>
          <p:cNvCxnSpPr>
            <a:cxnSpLocks/>
          </p:cNvCxnSpPr>
          <p:nvPr/>
        </p:nvCxnSpPr>
        <p:spPr>
          <a:xfrm>
            <a:off x="4447998" y="4960985"/>
            <a:ext cx="359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E094A6E-6ACC-497B-0C13-F18B348466C0}"/>
              </a:ext>
            </a:extLst>
          </p:cNvPr>
          <p:cNvSpPr txBox="1"/>
          <p:nvPr/>
        </p:nvSpPr>
        <p:spPr>
          <a:xfrm>
            <a:off x="5053680" y="4230982"/>
            <a:ext cx="274049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&lt;0,1,2,3,4,3,4,3,5,6&gt;</a:t>
            </a:r>
            <a:endParaRPr lang="en-IT" sz="1500"/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04B2F699-5D6B-1EA0-0546-9638EEB93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821959"/>
              </p:ext>
            </p:extLst>
          </p:nvPr>
        </p:nvGraphicFramePr>
        <p:xfrm>
          <a:off x="5053680" y="4604989"/>
          <a:ext cx="3657014" cy="164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709">
                  <a:extLst>
                    <a:ext uri="{9D8B030D-6E8A-4147-A177-3AD203B41FA5}">
                      <a16:colId xmlns:a16="http://schemas.microsoft.com/office/drawing/2014/main" val="2828524177"/>
                    </a:ext>
                  </a:extLst>
                </a:gridCol>
                <a:gridCol w="265043">
                  <a:extLst>
                    <a:ext uri="{9D8B030D-6E8A-4147-A177-3AD203B41FA5}">
                      <a16:colId xmlns:a16="http://schemas.microsoft.com/office/drawing/2014/main" val="4069716123"/>
                    </a:ext>
                  </a:extLst>
                </a:gridCol>
                <a:gridCol w="887896">
                  <a:extLst>
                    <a:ext uri="{9D8B030D-6E8A-4147-A177-3AD203B41FA5}">
                      <a16:colId xmlns:a16="http://schemas.microsoft.com/office/drawing/2014/main" val="2485583022"/>
                    </a:ext>
                  </a:extLst>
                </a:gridCol>
                <a:gridCol w="514410">
                  <a:extLst>
                    <a:ext uri="{9D8B030D-6E8A-4147-A177-3AD203B41FA5}">
                      <a16:colId xmlns:a16="http://schemas.microsoft.com/office/drawing/2014/main" val="3526140082"/>
                    </a:ext>
                  </a:extLst>
                </a:gridCol>
                <a:gridCol w="1711956">
                  <a:extLst>
                    <a:ext uri="{9D8B030D-6E8A-4147-A177-3AD203B41FA5}">
                      <a16:colId xmlns:a16="http://schemas.microsoft.com/office/drawing/2014/main" val="2827426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T" sz="1800"/>
                        <a:t>a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b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x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/>
                        <a:t>i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800" i="1"/>
                        <a:t>π</a:t>
                      </a:r>
                      <a:endParaRPr lang="en-IT" sz="1800" i="1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9622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A*A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B&gt;0, A&gt;B</a:t>
                      </a:r>
                      <a:br>
                        <a:rPr lang="en-US" sz="180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B=2</a:t>
                      </a:r>
                      <a:br>
                        <a:rPr lang="en-US" sz="180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>
                          <a:solidFill>
                            <a:schemeClr val="accent2"/>
                          </a:solidFill>
                        </a:rPr>
                        <a:t>A*A&lt;rand(1,10)</a:t>
                      </a:r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069557"/>
                  </a:ext>
                </a:extLst>
              </a:tr>
              <a:tr h="325006"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T" sz="1800" baseline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T" sz="1800" baseline="-2500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452714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56D176AB-ECFD-E395-A64B-46D708DB549D}"/>
              </a:ext>
            </a:extLst>
          </p:cNvPr>
          <p:cNvSpPr txBox="1"/>
          <p:nvPr/>
        </p:nvSpPr>
        <p:spPr>
          <a:xfrm>
            <a:off x="9018103" y="4602024"/>
            <a:ext cx="27432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800">
                <a:solidFill>
                  <a:srgbClr val="FF0000"/>
                </a:solidFill>
              </a:rPr>
              <a:t>Assume we draw again 10.</a:t>
            </a:r>
            <a:br>
              <a:rPr lang="en-IT" sz="1800">
                <a:solidFill>
                  <a:srgbClr val="FF0000"/>
                </a:solidFill>
              </a:rPr>
            </a:br>
            <a:br>
              <a:rPr lang="en-IT" sz="1800">
                <a:solidFill>
                  <a:srgbClr val="FF0000"/>
                </a:solidFill>
              </a:rPr>
            </a:br>
            <a:r>
              <a:rPr lang="en-IT" sz="1800">
                <a:solidFill>
                  <a:srgbClr val="FF0000"/>
                </a:solidFill>
              </a:rPr>
              <a:t>In this case, the test case {a=3, b=2} executes T branch for both conditions 2 and 5</a:t>
            </a:r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42215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" grpId="0"/>
      <p:bldP spid="16" grpId="0"/>
      <p:bldP spid="31" grpId="0"/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2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17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322099"/>
            <a:ext cx="10515600" cy="1031046"/>
          </a:xfrm>
        </p:spPr>
        <p:txBody>
          <a:bodyPr>
            <a:normAutofit/>
          </a:bodyPr>
          <a:lstStyle/>
          <a:p>
            <a:r>
              <a:rPr lang="en-GB" sz="2400"/>
              <a:t>We can define the following generational </a:t>
            </a:r>
            <a:r>
              <a:rPr lang="en-GB" sz="2400" err="1"/>
              <a:t>fuzzer</a:t>
            </a:r>
            <a:r>
              <a:rPr lang="en-GB" sz="2400"/>
              <a:t> for the function foo2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A5CD44-C7ED-A0E4-DD33-352E141B06A0}"/>
              </a:ext>
            </a:extLst>
          </p:cNvPr>
          <p:cNvSpPr txBox="1">
            <a:spLocks/>
          </p:cNvSpPr>
          <p:nvPr/>
        </p:nvSpPr>
        <p:spPr>
          <a:xfrm>
            <a:off x="6365663" y="302766"/>
            <a:ext cx="4850296" cy="18972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foo2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x = 1;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(a&gt;b &amp;&amp; a&gt;0 &amp;&amp; b&gt;1)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&lt;b;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br>
              <a:rPr lang="en-IT" sz="140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    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x = x*a;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    </a:t>
            </a:r>
            <a:r>
              <a:rPr lang="en-US" sz="14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(x &lt; rand(1,10))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    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4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“Log message”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    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201688-5EA0-2308-5935-F73AF14221D5}"/>
              </a:ext>
            </a:extLst>
          </p:cNvPr>
          <p:cNvSpPr txBox="1">
            <a:spLocks/>
          </p:cNvSpPr>
          <p:nvPr/>
        </p:nvSpPr>
        <p:spPr>
          <a:xfrm>
            <a:off x="1325217" y="2847838"/>
            <a:ext cx="8375374" cy="22959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20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int[]</a:t>
            </a: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fuzzer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b = rand();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a = rand();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72FB9C-E5F9-37B9-F24F-8408746E565A}"/>
              </a:ext>
            </a:extLst>
          </p:cNvPr>
          <p:cNvSpPr txBox="1">
            <a:spLocks/>
          </p:cNvSpPr>
          <p:nvPr/>
        </p:nvSpPr>
        <p:spPr>
          <a:xfrm>
            <a:off x="838200" y="4670729"/>
            <a:ext cx="10651435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/>
              <a:t>To execute location 6, we need to generate inputs that satisfy the following condition: A&gt;B ∧ B=2 ∧ A*A&lt;rand(1,10)</a:t>
            </a:r>
          </a:p>
          <a:p>
            <a:pPr lvl="1"/>
            <a:r>
              <a:rPr lang="en-GB" sz="2000"/>
              <a:t>Just one possibility: {a=3, b=2}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352AB1-590E-3D98-85DF-65547B3F790C}"/>
              </a:ext>
            </a:extLst>
          </p:cNvPr>
          <p:cNvSpPr txBox="1"/>
          <p:nvPr/>
        </p:nvSpPr>
        <p:spPr>
          <a:xfrm>
            <a:off x="5512904" y="3037572"/>
            <a:ext cx="35913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800">
                <a:solidFill>
                  <a:srgbClr val="FF0000"/>
                </a:solidFill>
              </a:rPr>
              <a:t>Assume “rand( )” returns a random int with no constraints</a:t>
            </a:r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72239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2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18</a:t>
            </a:fld>
            <a:endParaRPr lang="en-IT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72FB9C-E5F9-37B9-F24F-8408746E565A}"/>
              </a:ext>
            </a:extLst>
          </p:cNvPr>
          <p:cNvSpPr txBox="1">
            <a:spLocks/>
          </p:cNvSpPr>
          <p:nvPr/>
        </p:nvSpPr>
        <p:spPr>
          <a:xfrm>
            <a:off x="838200" y="1816365"/>
            <a:ext cx="10651435" cy="41603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/>
              <a:t>To execute location 6, we need to generate inputs that satisfy the following condition: A&gt;B ∧ B=2 ∧ A*A&lt;rand(1,10)</a:t>
            </a:r>
          </a:p>
          <a:p>
            <a:pPr lvl="1"/>
            <a:r>
              <a:rPr lang="en-GB" sz="2000"/>
              <a:t>Just one possibility: {a=3, b=2}</a:t>
            </a:r>
          </a:p>
          <a:p>
            <a:r>
              <a:rPr lang="en-GB" sz="2400"/>
              <a:t>Assuming 32-bit encoding for integers, the range is [-2147483648, 2147483647]</a:t>
            </a:r>
          </a:p>
          <a:p>
            <a:pPr lvl="1"/>
            <a:r>
              <a:rPr lang="en-GB" sz="2000"/>
              <a:t>Total chance = P(a=3 ∧ b=2 ∧ 9&lt;rand(1,10)) = </a:t>
            </a:r>
            <a:br>
              <a:rPr lang="en-GB" sz="2000"/>
            </a:br>
            <a:r>
              <a:rPr lang="en-GB" sz="2000"/>
              <a:t>                           (1/4.3*10</a:t>
            </a:r>
            <a:r>
              <a:rPr lang="en-GB" sz="2000" baseline="30000"/>
              <a:t>9</a:t>
            </a:r>
            <a:r>
              <a:rPr lang="en-GB" sz="2000"/>
              <a:t>)*(1/4.3*10</a:t>
            </a:r>
            <a:r>
              <a:rPr lang="en-GB" sz="2000" baseline="30000"/>
              <a:t>9</a:t>
            </a:r>
            <a:r>
              <a:rPr lang="en-GB" sz="2000"/>
              <a:t>)*(1/10) = 5.4*10</a:t>
            </a:r>
            <a:r>
              <a:rPr lang="en-GB" sz="2000" baseline="30000"/>
              <a:t>-21</a:t>
            </a:r>
          </a:p>
        </p:txBody>
      </p:sp>
    </p:spTree>
    <p:extLst>
      <p:ext uri="{BB962C8B-B14F-4D97-AF65-F5344CB8AC3E}">
        <p14:creationId xmlns:p14="http://schemas.microsoft.com/office/powerpoint/2010/main" val="1815757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2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19</a:t>
            </a:fld>
            <a:endParaRPr lang="en-IT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72FB9C-E5F9-37B9-F24F-8408746E565A}"/>
              </a:ext>
            </a:extLst>
          </p:cNvPr>
          <p:cNvSpPr txBox="1">
            <a:spLocks/>
          </p:cNvSpPr>
          <p:nvPr/>
        </p:nvSpPr>
        <p:spPr>
          <a:xfrm>
            <a:off x="838200" y="1816365"/>
            <a:ext cx="10651435" cy="41603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/>
              <a:t>Total chance = </a:t>
            </a:r>
            <a:r>
              <a:rPr lang="en-GB" sz="2000"/>
              <a:t>5.4*10</a:t>
            </a:r>
            <a:r>
              <a:rPr lang="en-GB" sz="2000" baseline="30000"/>
              <a:t>-21</a:t>
            </a:r>
          </a:p>
          <a:p>
            <a:r>
              <a:rPr lang="en-GB" sz="2400"/>
              <a:t>#average runs</a:t>
            </a:r>
          </a:p>
          <a:p>
            <a:pPr lvl="1"/>
            <a:r>
              <a:rPr lang="en-GB" sz="2000"/>
              <a:t>1/ 5.4*10</a:t>
            </a:r>
            <a:r>
              <a:rPr lang="en-GB" sz="2000" baseline="30000"/>
              <a:t>-21</a:t>
            </a:r>
            <a:r>
              <a:rPr lang="en-GB" sz="2000"/>
              <a:t> = 1.8*10</a:t>
            </a:r>
            <a:r>
              <a:rPr lang="en-GB" sz="2000" baseline="30000"/>
              <a:t>20</a:t>
            </a:r>
          </a:p>
          <a:p>
            <a:r>
              <a:rPr lang="en-GB" sz="2400"/>
              <a:t>Average execution time</a:t>
            </a:r>
          </a:p>
          <a:p>
            <a:pPr lvl="1"/>
            <a:r>
              <a:rPr lang="en-GB" sz="2000"/>
              <a:t>1.8*10</a:t>
            </a:r>
            <a:r>
              <a:rPr lang="en-GB" sz="2000" baseline="30000"/>
              <a:t>20 </a:t>
            </a:r>
            <a:r>
              <a:rPr lang="en-GB" sz="2000"/>
              <a:t>* 0.001</a:t>
            </a:r>
            <a:r>
              <a:rPr lang="en-GB" sz="2000" baseline="30000"/>
              <a:t> </a:t>
            </a:r>
            <a:r>
              <a:rPr lang="en-GB" sz="2000"/>
              <a:t>= 1.8*10</a:t>
            </a:r>
            <a:r>
              <a:rPr lang="en-GB" sz="2000" baseline="30000"/>
              <a:t>17</a:t>
            </a:r>
            <a:r>
              <a:rPr lang="en-GB" sz="2000"/>
              <a:t>s = 5.7*10</a:t>
            </a:r>
            <a:r>
              <a:rPr lang="en-GB" sz="2000" baseline="30000"/>
              <a:t>9</a:t>
            </a:r>
            <a:r>
              <a:rPr lang="en-GB" sz="2000"/>
              <a:t> years</a:t>
            </a:r>
          </a:p>
          <a:p>
            <a:pPr lvl="1"/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779829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2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20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90688"/>
            <a:ext cx="10515600" cy="4299295"/>
          </a:xfrm>
        </p:spPr>
        <p:txBody>
          <a:bodyPr>
            <a:normAutofit/>
          </a:bodyPr>
          <a:lstStyle/>
          <a:p>
            <a:r>
              <a:rPr lang="en-GB" sz="2400"/>
              <a:t>SBST approach	</a:t>
            </a:r>
          </a:p>
          <a:p>
            <a:pPr lvl="1"/>
            <a:r>
              <a:rPr lang="en-GB" sz="2000"/>
              <a:t>By looking at the source code we need to generate</a:t>
            </a:r>
            <a:br>
              <a:rPr lang="en-GB" sz="2000"/>
            </a:br>
            <a:r>
              <a:rPr lang="en-GB" sz="2000"/>
              <a:t>values for </a:t>
            </a:r>
            <a:r>
              <a:rPr lang="en-GB" sz="200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GB" sz="2000"/>
              <a:t> and </a:t>
            </a:r>
            <a:r>
              <a:rPr lang="en-GB" sz="200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GB" sz="2000"/>
              <a:t> </a:t>
            </a:r>
            <a:r>
              <a:rPr lang="en-GB" sz="2000" err="1"/>
              <a:t>s.t.</a:t>
            </a:r>
            <a:r>
              <a:rPr lang="en-GB" sz="2000"/>
              <a:t> both conditions 2 and 5 are T</a:t>
            </a:r>
          </a:p>
          <a:p>
            <a:pPr lvl="1"/>
            <a:r>
              <a:rPr lang="en-GB" sz="2000"/>
              <a:t>The </a:t>
            </a:r>
            <a:r>
              <a:rPr lang="en-GB" sz="2000" b="1"/>
              <a:t>search space</a:t>
            </a:r>
            <a:r>
              <a:rPr lang="en-GB" sz="2000"/>
              <a:t> can be all possible pairs of int values</a:t>
            </a:r>
          </a:p>
          <a:p>
            <a:pPr lvl="2"/>
            <a:r>
              <a:rPr lang="en-GB" sz="1600"/>
              <a:t>a=1, b=-10</a:t>
            </a:r>
          </a:p>
          <a:p>
            <a:pPr lvl="2"/>
            <a:r>
              <a:rPr lang="en-GB" sz="1600"/>
              <a:t>a=0, b=3</a:t>
            </a:r>
          </a:p>
          <a:p>
            <a:pPr lvl="2"/>
            <a:r>
              <a:rPr lang="en-GB" sz="1600"/>
              <a:t>…</a:t>
            </a:r>
          </a:p>
          <a:p>
            <a:pPr lvl="1"/>
            <a:r>
              <a:rPr lang="en-GB" sz="2000"/>
              <a:t>We can easily define a </a:t>
            </a:r>
            <a:r>
              <a:rPr lang="en-GB" sz="2000" err="1"/>
              <a:t>neighborhood</a:t>
            </a:r>
            <a:r>
              <a:rPr lang="en-GB" sz="2000"/>
              <a:t> relation that,</a:t>
            </a:r>
            <a:br>
              <a:rPr lang="en-GB" sz="2000"/>
            </a:br>
            <a:r>
              <a:rPr lang="en-GB" sz="2000"/>
              <a:t>given a pair, we possibly modify each element of</a:t>
            </a:r>
            <a:br>
              <a:rPr lang="en-GB" sz="2000"/>
            </a:br>
            <a:r>
              <a:rPr lang="en-GB" sz="2000"/>
              <a:t>the pair by 1</a:t>
            </a:r>
          </a:p>
          <a:p>
            <a:pPr lvl="2"/>
            <a:r>
              <a:rPr lang="en-GB" sz="1600"/>
              <a:t>8 pairs in total </a:t>
            </a:r>
          </a:p>
          <a:p>
            <a:pPr lvl="2"/>
            <a:r>
              <a:rPr lang="en-GB" sz="1600"/>
              <a:t>Example &lt;1,1&gt; </a:t>
            </a:r>
            <a:r>
              <a:rPr lang="en-GB" sz="1600">
                <a:sym typeface="Wingdings" pitchFamily="2" charset="2"/>
              </a:rPr>
              <a:t></a:t>
            </a:r>
            <a:r>
              <a:rPr lang="en-GB" sz="1600"/>
              <a:t> &lt;0,0&gt;, &lt;0,1&gt;, &lt;0,2&gt;, &lt;1,0&gt;, &lt;1,2&gt;, &lt;2,0&gt;, &lt;2,1&gt;, &lt;2,2&gt;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A5CD44-C7ED-A0E4-DD33-352E141B06A0}"/>
              </a:ext>
            </a:extLst>
          </p:cNvPr>
          <p:cNvSpPr txBox="1">
            <a:spLocks/>
          </p:cNvSpPr>
          <p:nvPr/>
        </p:nvSpPr>
        <p:spPr>
          <a:xfrm>
            <a:off x="7381462" y="2524460"/>
            <a:ext cx="4214191" cy="23302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foo2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x = 1;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(a&gt;b &amp;&amp; a&gt;0 &amp;&amp; b&gt;1)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&lt;b;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br>
              <a:rPr lang="en-IT" sz="160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    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x = x*a;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(x &lt; rand(1,10))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    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“Log message”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868063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2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21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90688"/>
            <a:ext cx="10515600" cy="4299295"/>
          </a:xfrm>
        </p:spPr>
        <p:txBody>
          <a:bodyPr>
            <a:normAutofit/>
          </a:bodyPr>
          <a:lstStyle/>
          <a:p>
            <a:r>
              <a:rPr lang="en-GB" sz="2400"/>
              <a:t>SBST approach	</a:t>
            </a:r>
          </a:p>
          <a:p>
            <a:pPr lvl="1"/>
            <a:r>
              <a:rPr lang="en-GB" sz="2000"/>
              <a:t>To define the fitness we can consider the distance from</a:t>
            </a:r>
            <a:br>
              <a:rPr lang="en-GB" sz="2000"/>
            </a:br>
            <a:r>
              <a:rPr lang="en-GB" sz="2000"/>
              <a:t>the branches we want to execute</a:t>
            </a:r>
          </a:p>
          <a:p>
            <a:pPr lvl="1"/>
            <a:r>
              <a:rPr lang="en-GB" sz="2000"/>
              <a:t>Consider the </a:t>
            </a:r>
            <a:r>
              <a:rPr lang="en-GB" sz="2000" b="1"/>
              <a:t>first condition (location 2)</a:t>
            </a:r>
          </a:p>
          <a:p>
            <a:pPr lvl="2"/>
            <a:r>
              <a:rPr lang="en-US" sz="18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 (a&gt;b &amp;&amp; a&gt;0 &amp;&amp; b&gt;1)</a:t>
            </a:r>
          </a:p>
          <a:p>
            <a:pPr lvl="2"/>
            <a:r>
              <a:rPr lang="en-GB" sz="1800">
                <a:cs typeface="Courier New" panose="02070309020205020404" pitchFamily="49" charset="0"/>
              </a:rPr>
              <a:t>All sub-conditions must be T</a:t>
            </a:r>
          </a:p>
          <a:p>
            <a:pPr lvl="2"/>
            <a:r>
              <a:rPr lang="en-GB" sz="1800">
                <a:cs typeface="Courier New" panose="02070309020205020404" pitchFamily="49" charset="0"/>
              </a:rPr>
              <a:t>Let’s consider the sub-condition “a&gt;b” </a:t>
            </a:r>
            <a:r>
              <a:rPr lang="en-GB" sz="1800">
                <a:cs typeface="Courier New" panose="02070309020205020404" pitchFamily="49" charset="0"/>
                <a:sym typeface="Wingdings" pitchFamily="2" charset="2"/>
              </a:rPr>
              <a:t> </a:t>
            </a:r>
            <a:endParaRPr lang="en-GB" sz="1200">
              <a:cs typeface="Courier New" panose="02070309020205020404" pitchFamily="49" charset="0"/>
              <a:sym typeface="Wingdings" pitchFamily="2" charset="2"/>
            </a:endParaRPr>
          </a:p>
          <a:p>
            <a:pPr lvl="3"/>
            <a:r>
              <a:rPr lang="en-GB" sz="1600">
                <a:cs typeface="Courier New" panose="02070309020205020404" pitchFamily="49" charset="0"/>
                <a:sym typeface="Wingdings" pitchFamily="2" charset="2"/>
              </a:rPr>
              <a:t>a=10, b= 100 is worse than a=10, b= 10</a:t>
            </a:r>
          </a:p>
          <a:p>
            <a:pPr lvl="3"/>
            <a:r>
              <a:rPr lang="en-GB" sz="1600">
                <a:cs typeface="Courier New" panose="02070309020205020404" pitchFamily="49" charset="0"/>
                <a:sym typeface="Wingdings" pitchFamily="2" charset="2"/>
              </a:rPr>
              <a:t>If F, we can measure the distance from T as “b-a+1”</a:t>
            </a:r>
          </a:p>
          <a:p>
            <a:pPr lvl="3"/>
            <a:r>
              <a:rPr lang="en-GB" sz="1600">
                <a:cs typeface="Courier New" panose="02070309020205020404" pitchFamily="49" charset="0"/>
                <a:sym typeface="Wingdings" pitchFamily="2" charset="2"/>
              </a:rPr>
              <a:t>If T, the distance is 0</a:t>
            </a:r>
          </a:p>
          <a:p>
            <a:pPr lvl="1"/>
            <a:r>
              <a:rPr lang="en-GB" sz="2200">
                <a:cs typeface="Courier New" panose="02070309020205020404" pitchFamily="49" charset="0"/>
                <a:sym typeface="Wingdings" pitchFamily="2" charset="2"/>
              </a:rPr>
              <a:t>We can do the same for all sub-conditions </a:t>
            </a:r>
          </a:p>
          <a:p>
            <a:pPr lvl="2"/>
            <a:r>
              <a:rPr lang="en-GB" sz="1800">
                <a:cs typeface="Courier New" panose="02070309020205020404" pitchFamily="49" charset="0"/>
                <a:sym typeface="Wingdings" pitchFamily="2" charset="2"/>
              </a:rPr>
              <a:t>Total distance is the sum, e.g., </a:t>
            </a:r>
            <a:r>
              <a:rPr lang="en-GB" sz="160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dist1_sub1(</a:t>
            </a:r>
            <a:r>
              <a:rPr lang="en-GB" sz="1600" err="1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a,b</a:t>
            </a:r>
            <a:r>
              <a:rPr lang="en-GB" sz="160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)+dist1_sub2(a)+dist1_sub3(b)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A5CD44-C7ED-A0E4-DD33-352E141B06A0}"/>
              </a:ext>
            </a:extLst>
          </p:cNvPr>
          <p:cNvSpPr txBox="1">
            <a:spLocks/>
          </p:cNvSpPr>
          <p:nvPr/>
        </p:nvSpPr>
        <p:spPr>
          <a:xfrm>
            <a:off x="7699514" y="1690688"/>
            <a:ext cx="4214191" cy="23302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foo2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x = 1;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(a&gt;b &amp;&amp; a&gt;0 &amp;&amp; b&gt;1)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&lt;b;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br>
              <a:rPr lang="en-IT" sz="160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    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x = x*a;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(x &lt; rand(1,10))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    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“Log message”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23440D-54B1-7DCF-502C-00A8EAE3A8DE}"/>
              </a:ext>
            </a:extLst>
          </p:cNvPr>
          <p:cNvSpPr/>
          <p:nvPr/>
        </p:nvSpPr>
        <p:spPr>
          <a:xfrm>
            <a:off x="8415129" y="2160104"/>
            <a:ext cx="3101009" cy="238539"/>
          </a:xfrm>
          <a:custGeom>
            <a:avLst/>
            <a:gdLst>
              <a:gd name="connsiteX0" fmla="*/ 0 w 3101009"/>
              <a:gd name="connsiteY0" fmla="*/ 0 h 238539"/>
              <a:gd name="connsiteX1" fmla="*/ 589192 w 3101009"/>
              <a:gd name="connsiteY1" fmla="*/ 0 h 238539"/>
              <a:gd name="connsiteX2" fmla="*/ 1116363 w 3101009"/>
              <a:gd name="connsiteY2" fmla="*/ 0 h 238539"/>
              <a:gd name="connsiteX3" fmla="*/ 1798585 w 3101009"/>
              <a:gd name="connsiteY3" fmla="*/ 0 h 238539"/>
              <a:gd name="connsiteX4" fmla="*/ 2387777 w 3101009"/>
              <a:gd name="connsiteY4" fmla="*/ 0 h 238539"/>
              <a:gd name="connsiteX5" fmla="*/ 3101009 w 3101009"/>
              <a:gd name="connsiteY5" fmla="*/ 0 h 238539"/>
              <a:gd name="connsiteX6" fmla="*/ 3101009 w 3101009"/>
              <a:gd name="connsiteY6" fmla="*/ 238539 h 238539"/>
              <a:gd name="connsiteX7" fmla="*/ 2480807 w 3101009"/>
              <a:gd name="connsiteY7" fmla="*/ 238539 h 238539"/>
              <a:gd name="connsiteX8" fmla="*/ 1798585 w 3101009"/>
              <a:gd name="connsiteY8" fmla="*/ 238539 h 238539"/>
              <a:gd name="connsiteX9" fmla="*/ 1271414 w 3101009"/>
              <a:gd name="connsiteY9" fmla="*/ 238539 h 238539"/>
              <a:gd name="connsiteX10" fmla="*/ 651212 w 3101009"/>
              <a:gd name="connsiteY10" fmla="*/ 238539 h 238539"/>
              <a:gd name="connsiteX11" fmla="*/ 0 w 3101009"/>
              <a:gd name="connsiteY11" fmla="*/ 238539 h 238539"/>
              <a:gd name="connsiteX12" fmla="*/ 0 w 3101009"/>
              <a:gd name="connsiteY12" fmla="*/ 0 h 2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01009" h="238539" extrusionOk="0">
                <a:moveTo>
                  <a:pt x="0" y="0"/>
                </a:moveTo>
                <a:cubicBezTo>
                  <a:pt x="127526" y="26727"/>
                  <a:pt x="415625" y="-15702"/>
                  <a:pt x="589192" y="0"/>
                </a:cubicBezTo>
                <a:cubicBezTo>
                  <a:pt x="762759" y="15702"/>
                  <a:pt x="871921" y="8553"/>
                  <a:pt x="1116363" y="0"/>
                </a:cubicBezTo>
                <a:cubicBezTo>
                  <a:pt x="1360805" y="-8553"/>
                  <a:pt x="1463894" y="-15029"/>
                  <a:pt x="1798585" y="0"/>
                </a:cubicBezTo>
                <a:cubicBezTo>
                  <a:pt x="2133276" y="15029"/>
                  <a:pt x="2142833" y="-4022"/>
                  <a:pt x="2387777" y="0"/>
                </a:cubicBezTo>
                <a:cubicBezTo>
                  <a:pt x="2632721" y="4022"/>
                  <a:pt x="2840239" y="25189"/>
                  <a:pt x="3101009" y="0"/>
                </a:cubicBezTo>
                <a:cubicBezTo>
                  <a:pt x="3099184" y="111043"/>
                  <a:pt x="3112809" y="129098"/>
                  <a:pt x="3101009" y="238539"/>
                </a:cubicBezTo>
                <a:cubicBezTo>
                  <a:pt x="2882190" y="217120"/>
                  <a:pt x="2724997" y="263476"/>
                  <a:pt x="2480807" y="238539"/>
                </a:cubicBezTo>
                <a:cubicBezTo>
                  <a:pt x="2236617" y="213602"/>
                  <a:pt x="1994570" y="240638"/>
                  <a:pt x="1798585" y="238539"/>
                </a:cubicBezTo>
                <a:cubicBezTo>
                  <a:pt x="1602600" y="236440"/>
                  <a:pt x="1409692" y="249744"/>
                  <a:pt x="1271414" y="238539"/>
                </a:cubicBezTo>
                <a:cubicBezTo>
                  <a:pt x="1133136" y="227334"/>
                  <a:pt x="929485" y="259494"/>
                  <a:pt x="651212" y="238539"/>
                </a:cubicBezTo>
                <a:cubicBezTo>
                  <a:pt x="372939" y="217584"/>
                  <a:pt x="271523" y="251831"/>
                  <a:pt x="0" y="238539"/>
                </a:cubicBezTo>
                <a:cubicBezTo>
                  <a:pt x="704" y="133274"/>
                  <a:pt x="6681" y="47864"/>
                  <a:pt x="0" y="0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87650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2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22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97496"/>
            <a:ext cx="10515600" cy="2008987"/>
          </a:xfrm>
        </p:spPr>
        <p:txBody>
          <a:bodyPr>
            <a:normAutofit/>
          </a:bodyPr>
          <a:lstStyle/>
          <a:p>
            <a:r>
              <a:rPr lang="en-GB" sz="2400"/>
              <a:t>SBST approach	</a:t>
            </a:r>
          </a:p>
          <a:p>
            <a:pPr lvl="1"/>
            <a:r>
              <a:rPr lang="en-GB" sz="2000" b="1"/>
              <a:t>first condition (location 2)</a:t>
            </a:r>
            <a:endParaRPr lang="en-GB" sz="2000">
              <a:cs typeface="Courier New" panose="02070309020205020404" pitchFamily="49" charset="0"/>
              <a:sym typeface="Wingdings" pitchFamily="2" charset="2"/>
            </a:endParaRPr>
          </a:p>
          <a:p>
            <a:pPr lvl="1"/>
            <a:r>
              <a:rPr lang="en-GB" sz="2200">
                <a:cs typeface="Courier New" panose="02070309020205020404" pitchFamily="49" charset="0"/>
                <a:sym typeface="Wingdings" pitchFamily="2" charset="2"/>
              </a:rPr>
              <a:t>We can do the same for all sub-conditions </a:t>
            </a:r>
          </a:p>
          <a:p>
            <a:pPr lvl="2"/>
            <a:r>
              <a:rPr lang="en-GB" sz="1800">
                <a:cs typeface="Courier New" panose="02070309020205020404" pitchFamily="49" charset="0"/>
                <a:sym typeface="Wingdings" pitchFamily="2" charset="2"/>
              </a:rPr>
              <a:t>Total distance is the sum, e.g.,</a:t>
            </a:r>
            <a:r>
              <a:rPr lang="en-GB" sz="1600">
                <a:cs typeface="Courier New" panose="02070309020205020404" pitchFamily="49" charset="0"/>
                <a:sym typeface="Wingdings" pitchFamily="2" charset="2"/>
              </a:rPr>
              <a:t> </a:t>
            </a:r>
            <a:r>
              <a:rPr lang="en-GB" sz="160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dist1_sub1(</a:t>
            </a:r>
            <a:r>
              <a:rPr lang="en-GB" sz="1600" err="1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a,b</a:t>
            </a:r>
            <a:r>
              <a:rPr lang="en-GB" sz="160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)+dist1_sub2(a)+dist1_sub3(b)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A5CD44-C7ED-A0E4-DD33-352E141B06A0}"/>
              </a:ext>
            </a:extLst>
          </p:cNvPr>
          <p:cNvSpPr txBox="1">
            <a:spLocks/>
          </p:cNvSpPr>
          <p:nvPr/>
        </p:nvSpPr>
        <p:spPr>
          <a:xfrm>
            <a:off x="1212571" y="3375411"/>
            <a:ext cx="4545496" cy="23302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dist1_sub1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(a&gt;b)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  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  <a:b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b-a+1;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C728AF-2C70-45DF-E495-13F766BC0091}"/>
              </a:ext>
            </a:extLst>
          </p:cNvPr>
          <p:cNvSpPr txBox="1"/>
          <p:nvPr/>
        </p:nvSpPr>
        <p:spPr>
          <a:xfrm>
            <a:off x="6019800" y="3375411"/>
            <a:ext cx="46382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dist1_sub2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a)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dist1_sub1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(a,0);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251E66-12E8-DC6F-D11A-AE311FBA33A8}"/>
              </a:ext>
            </a:extLst>
          </p:cNvPr>
          <p:cNvSpPr txBox="1"/>
          <p:nvPr/>
        </p:nvSpPr>
        <p:spPr>
          <a:xfrm>
            <a:off x="6019800" y="4441561"/>
            <a:ext cx="46382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dist1_sub3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a)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dist1_sub1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(b,1);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1823734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2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23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97496"/>
            <a:ext cx="10515600" cy="2981739"/>
          </a:xfrm>
        </p:spPr>
        <p:txBody>
          <a:bodyPr>
            <a:normAutofit/>
          </a:bodyPr>
          <a:lstStyle/>
          <a:p>
            <a:r>
              <a:rPr lang="en-GB" sz="2400"/>
              <a:t>SBST approach	</a:t>
            </a:r>
          </a:p>
          <a:p>
            <a:pPr lvl="1"/>
            <a:r>
              <a:rPr lang="en-GB" sz="2000" b="1"/>
              <a:t>first condition (location 2)</a:t>
            </a:r>
            <a:endParaRPr lang="en-GB" sz="2000">
              <a:cs typeface="Courier New" panose="02070309020205020404" pitchFamily="49" charset="0"/>
              <a:sym typeface="Wingdings" pitchFamily="2" charset="2"/>
            </a:endParaRPr>
          </a:p>
          <a:p>
            <a:pPr lvl="1"/>
            <a:r>
              <a:rPr lang="en-GB" sz="2200">
                <a:cs typeface="Courier New" panose="02070309020205020404" pitchFamily="49" charset="0"/>
                <a:sym typeface="Wingdings" pitchFamily="2" charset="2"/>
              </a:rPr>
              <a:t>We can do the same for all sub-conditions </a:t>
            </a:r>
          </a:p>
          <a:p>
            <a:pPr lvl="2"/>
            <a:r>
              <a:rPr lang="en-GB" sz="1800">
                <a:cs typeface="Courier New" panose="02070309020205020404" pitchFamily="49" charset="0"/>
                <a:sym typeface="Wingdings" pitchFamily="2" charset="2"/>
              </a:rPr>
              <a:t>Total distance is </a:t>
            </a: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dist1(</a:t>
            </a:r>
            <a:r>
              <a:rPr lang="en-GB" sz="1800" err="1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a,b</a:t>
            </a: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)</a:t>
            </a:r>
          </a:p>
          <a:p>
            <a:pPr lvl="2"/>
            <a:r>
              <a:rPr lang="en-GB" b="1"/>
              <a:t>Note</a:t>
            </a:r>
            <a:r>
              <a:rPr lang="en-GB"/>
              <a:t>: each distance should be normalized to avoid biased search (some distances may depend on very large values, some other distances on very small values) </a:t>
            </a:r>
          </a:p>
          <a:p>
            <a:pPr lvl="1"/>
            <a:endParaRPr lang="en-GB" sz="2200">
              <a:cs typeface="Courier New" panose="02070309020205020404" pitchFamily="49" charset="0"/>
              <a:sym typeface="Wingdings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9550FC-97FE-08D3-4D88-1F9BC8C3799F}"/>
              </a:ext>
            </a:extLst>
          </p:cNvPr>
          <p:cNvSpPr txBox="1"/>
          <p:nvPr/>
        </p:nvSpPr>
        <p:spPr>
          <a:xfrm>
            <a:off x="1192693" y="4009334"/>
            <a:ext cx="103433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dist1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norm(dist_subb1(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))+ norm(dist_subb2(a)) + norm(dist_subb3(b));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IT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B062A-A459-FBF8-F490-94F3ABEC0A64}"/>
              </a:ext>
            </a:extLst>
          </p:cNvPr>
          <p:cNvSpPr txBox="1"/>
          <p:nvPr/>
        </p:nvSpPr>
        <p:spPr>
          <a:xfrm>
            <a:off x="2160104" y="4671053"/>
            <a:ext cx="5738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GB">
                <a:solidFill>
                  <a:srgbClr val="FF0000"/>
                </a:solidFill>
                <a:cs typeface="Courier New" panose="02070309020205020404" pitchFamily="49" charset="0"/>
              </a:rPr>
              <a:t>Example of norm function: norm(x) = x / (1 + x) </a:t>
            </a:r>
            <a:r>
              <a:rPr lang="en-GB">
                <a:solidFill>
                  <a:srgbClr val="FF0000"/>
                </a:solidFill>
                <a:cs typeface="Courier New" panose="02070309020205020404" pitchFamily="49" charset="0"/>
                <a:sym typeface="Wingdings" pitchFamily="2" charset="2"/>
              </a:rPr>
              <a:t> rescales any positive value x in the range [0,1]</a:t>
            </a:r>
            <a:endParaRPr lang="en-GB">
              <a:solidFill>
                <a:srgbClr val="FF0000"/>
              </a:solidFill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609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2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24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97496"/>
            <a:ext cx="10515600" cy="2008987"/>
          </a:xfrm>
        </p:spPr>
        <p:txBody>
          <a:bodyPr>
            <a:normAutofit/>
          </a:bodyPr>
          <a:lstStyle/>
          <a:p>
            <a:r>
              <a:rPr lang="en-GB" sz="2400"/>
              <a:t>SBST approach	</a:t>
            </a:r>
          </a:p>
          <a:p>
            <a:pPr lvl="1"/>
            <a:r>
              <a:rPr lang="en-GB" sz="2000" b="1"/>
              <a:t>second condition (location 5)</a:t>
            </a:r>
            <a:endParaRPr lang="en-GB" sz="2000">
              <a:cs typeface="Courier New" panose="02070309020205020404" pitchFamily="49" charset="0"/>
              <a:sym typeface="Wingdings" pitchFamily="2" charset="2"/>
            </a:endParaRPr>
          </a:p>
          <a:p>
            <a:pPr lvl="1"/>
            <a:r>
              <a:rPr lang="en-GB" sz="2200">
                <a:cs typeface="Courier New" panose="02070309020205020404" pitchFamily="49" charset="0"/>
                <a:sym typeface="Wingdings" pitchFamily="2" charset="2"/>
              </a:rPr>
              <a:t>Just one condition  </a:t>
            </a:r>
            <a:br>
              <a:rPr lang="en-GB" sz="2200">
                <a:cs typeface="Courier New" panose="02070309020205020404" pitchFamily="49" charset="0"/>
                <a:sym typeface="Wingdings" pitchFamily="2" charset="2"/>
              </a:rPr>
            </a:br>
            <a:r>
              <a:rPr lang="en-GB" sz="1800">
                <a:cs typeface="Courier New" panose="02070309020205020404" pitchFamily="49" charset="0"/>
                <a:sym typeface="Wingdings" pitchFamily="2" charset="2"/>
              </a:rPr>
              <a:t>Total distance is </a:t>
            </a:r>
            <a:r>
              <a:rPr lang="en-GB" sz="180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dist2(x, rand(1,10))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A5CD44-C7ED-A0E4-DD33-352E141B06A0}"/>
              </a:ext>
            </a:extLst>
          </p:cNvPr>
          <p:cNvSpPr txBox="1">
            <a:spLocks/>
          </p:cNvSpPr>
          <p:nvPr/>
        </p:nvSpPr>
        <p:spPr>
          <a:xfrm>
            <a:off x="1440589" y="3063558"/>
            <a:ext cx="4895665" cy="11375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dist2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norm(dist_subb1(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b,a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7647A-F517-F7E7-6A91-7B1B7C8D5668}"/>
              </a:ext>
            </a:extLst>
          </p:cNvPr>
          <p:cNvSpPr txBox="1">
            <a:spLocks/>
          </p:cNvSpPr>
          <p:nvPr/>
        </p:nvSpPr>
        <p:spPr>
          <a:xfrm>
            <a:off x="7500731" y="1669338"/>
            <a:ext cx="4214191" cy="23302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foo2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x = 1;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(a&gt;b &amp;&amp; a&gt;0 &amp;&amp; b&gt;1)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&lt;b;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br>
              <a:rPr lang="en-IT" sz="160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    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x = x*a;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(x &lt; rand(1,10))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    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“Log message”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16EE7-141E-BED8-E214-24F80A94899E}"/>
              </a:ext>
            </a:extLst>
          </p:cNvPr>
          <p:cNvSpPr/>
          <p:nvPr/>
        </p:nvSpPr>
        <p:spPr>
          <a:xfrm>
            <a:off x="8328991" y="2796118"/>
            <a:ext cx="3101009" cy="238539"/>
          </a:xfrm>
          <a:custGeom>
            <a:avLst/>
            <a:gdLst>
              <a:gd name="connsiteX0" fmla="*/ 0 w 3101009"/>
              <a:gd name="connsiteY0" fmla="*/ 0 h 238539"/>
              <a:gd name="connsiteX1" fmla="*/ 589192 w 3101009"/>
              <a:gd name="connsiteY1" fmla="*/ 0 h 238539"/>
              <a:gd name="connsiteX2" fmla="*/ 1116363 w 3101009"/>
              <a:gd name="connsiteY2" fmla="*/ 0 h 238539"/>
              <a:gd name="connsiteX3" fmla="*/ 1798585 w 3101009"/>
              <a:gd name="connsiteY3" fmla="*/ 0 h 238539"/>
              <a:gd name="connsiteX4" fmla="*/ 2387777 w 3101009"/>
              <a:gd name="connsiteY4" fmla="*/ 0 h 238539"/>
              <a:gd name="connsiteX5" fmla="*/ 3101009 w 3101009"/>
              <a:gd name="connsiteY5" fmla="*/ 0 h 238539"/>
              <a:gd name="connsiteX6" fmla="*/ 3101009 w 3101009"/>
              <a:gd name="connsiteY6" fmla="*/ 238539 h 238539"/>
              <a:gd name="connsiteX7" fmla="*/ 2480807 w 3101009"/>
              <a:gd name="connsiteY7" fmla="*/ 238539 h 238539"/>
              <a:gd name="connsiteX8" fmla="*/ 1798585 w 3101009"/>
              <a:gd name="connsiteY8" fmla="*/ 238539 h 238539"/>
              <a:gd name="connsiteX9" fmla="*/ 1271414 w 3101009"/>
              <a:gd name="connsiteY9" fmla="*/ 238539 h 238539"/>
              <a:gd name="connsiteX10" fmla="*/ 651212 w 3101009"/>
              <a:gd name="connsiteY10" fmla="*/ 238539 h 238539"/>
              <a:gd name="connsiteX11" fmla="*/ 0 w 3101009"/>
              <a:gd name="connsiteY11" fmla="*/ 238539 h 238539"/>
              <a:gd name="connsiteX12" fmla="*/ 0 w 3101009"/>
              <a:gd name="connsiteY12" fmla="*/ 0 h 238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01009" h="238539" extrusionOk="0">
                <a:moveTo>
                  <a:pt x="0" y="0"/>
                </a:moveTo>
                <a:cubicBezTo>
                  <a:pt x="127526" y="26727"/>
                  <a:pt x="415625" y="-15702"/>
                  <a:pt x="589192" y="0"/>
                </a:cubicBezTo>
                <a:cubicBezTo>
                  <a:pt x="762759" y="15702"/>
                  <a:pt x="871921" y="8553"/>
                  <a:pt x="1116363" y="0"/>
                </a:cubicBezTo>
                <a:cubicBezTo>
                  <a:pt x="1360805" y="-8553"/>
                  <a:pt x="1463894" y="-15029"/>
                  <a:pt x="1798585" y="0"/>
                </a:cubicBezTo>
                <a:cubicBezTo>
                  <a:pt x="2133276" y="15029"/>
                  <a:pt x="2142833" y="-4022"/>
                  <a:pt x="2387777" y="0"/>
                </a:cubicBezTo>
                <a:cubicBezTo>
                  <a:pt x="2632721" y="4022"/>
                  <a:pt x="2840239" y="25189"/>
                  <a:pt x="3101009" y="0"/>
                </a:cubicBezTo>
                <a:cubicBezTo>
                  <a:pt x="3099184" y="111043"/>
                  <a:pt x="3112809" y="129098"/>
                  <a:pt x="3101009" y="238539"/>
                </a:cubicBezTo>
                <a:cubicBezTo>
                  <a:pt x="2882190" y="217120"/>
                  <a:pt x="2724997" y="263476"/>
                  <a:pt x="2480807" y="238539"/>
                </a:cubicBezTo>
                <a:cubicBezTo>
                  <a:pt x="2236617" y="213602"/>
                  <a:pt x="1994570" y="240638"/>
                  <a:pt x="1798585" y="238539"/>
                </a:cubicBezTo>
                <a:cubicBezTo>
                  <a:pt x="1602600" y="236440"/>
                  <a:pt x="1409692" y="249744"/>
                  <a:pt x="1271414" y="238539"/>
                </a:cubicBezTo>
                <a:cubicBezTo>
                  <a:pt x="1133136" y="227334"/>
                  <a:pt x="929485" y="259494"/>
                  <a:pt x="651212" y="238539"/>
                </a:cubicBezTo>
                <a:cubicBezTo>
                  <a:pt x="372939" y="217584"/>
                  <a:pt x="271523" y="251831"/>
                  <a:pt x="0" y="238539"/>
                </a:cubicBezTo>
                <a:cubicBezTo>
                  <a:pt x="704" y="133274"/>
                  <a:pt x="6681" y="47864"/>
                  <a:pt x="0" y="0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94356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2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25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97496"/>
            <a:ext cx="10515600" cy="4247088"/>
          </a:xfrm>
        </p:spPr>
        <p:txBody>
          <a:bodyPr>
            <a:normAutofit/>
          </a:bodyPr>
          <a:lstStyle/>
          <a:p>
            <a:r>
              <a:rPr lang="en-GB" sz="2400"/>
              <a:t>SBST approach	</a:t>
            </a:r>
          </a:p>
          <a:p>
            <a:pPr lvl="1"/>
            <a:r>
              <a:rPr lang="en-GB" sz="2000">
                <a:cs typeface="Courier New" panose="02070309020205020404" pitchFamily="49" charset="0"/>
                <a:sym typeface="Wingdings" pitchFamily="2" charset="2"/>
              </a:rPr>
              <a:t>The </a:t>
            </a:r>
            <a:r>
              <a:rPr lang="en-GB" sz="2000" b="1">
                <a:cs typeface="Courier New" panose="02070309020205020404" pitchFamily="49" charset="0"/>
                <a:sym typeface="Wingdings" pitchFamily="2" charset="2"/>
              </a:rPr>
              <a:t>fitness</a:t>
            </a:r>
            <a:r>
              <a:rPr lang="en-GB" sz="2000">
                <a:cs typeface="Courier New" panose="02070309020205020404" pitchFamily="49" charset="0"/>
                <a:sym typeface="Wingdings" pitchFamily="2" charset="2"/>
              </a:rPr>
              <a:t> can be defined as the sum of dist1 and dist2</a:t>
            </a:r>
          </a:p>
          <a:p>
            <a:pPr lvl="1"/>
            <a:r>
              <a:rPr lang="en-GB" sz="2000">
                <a:cs typeface="Courier New" panose="02070309020205020404" pitchFamily="49" charset="0"/>
                <a:sym typeface="Wingdings" pitchFamily="2" charset="2"/>
              </a:rPr>
              <a:t>When the sum is zero it means we execute the T branch </a:t>
            </a:r>
            <a:br>
              <a:rPr lang="en-GB" sz="2000">
                <a:cs typeface="Courier New" panose="02070309020205020404" pitchFamily="49" charset="0"/>
                <a:sym typeface="Wingdings" pitchFamily="2" charset="2"/>
              </a:rPr>
            </a:br>
            <a:r>
              <a:rPr lang="en-GB" sz="2000">
                <a:cs typeface="Courier New" panose="02070309020205020404" pitchFamily="49" charset="0"/>
                <a:sym typeface="Wingdings" pitchFamily="2" charset="2"/>
              </a:rPr>
              <a:t>of both conditions</a:t>
            </a:r>
            <a:br>
              <a:rPr lang="en-GB" sz="2000">
                <a:cs typeface="Courier New" panose="02070309020205020404" pitchFamily="49" charset="0"/>
                <a:sym typeface="Wingdings" pitchFamily="2" charset="2"/>
              </a:rPr>
            </a:br>
            <a:endParaRPr lang="en-GB" sz="2000">
              <a:cs typeface="Courier New" panose="02070309020205020404" pitchFamily="49" charset="0"/>
              <a:sym typeface="Wingdings" pitchFamily="2" charset="2"/>
            </a:endParaRPr>
          </a:p>
          <a:p>
            <a:pPr lvl="1"/>
            <a:r>
              <a:rPr lang="en-GB" sz="2000">
                <a:cs typeface="Courier New" panose="02070309020205020404" pitchFamily="49" charset="0"/>
                <a:sym typeface="Wingdings" pitchFamily="2" charset="2"/>
              </a:rPr>
              <a:t>Assuming we can observe the execution of </a:t>
            </a:r>
            <a:r>
              <a:rPr lang="en-GB" sz="200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foo2</a:t>
            </a:r>
            <a:r>
              <a:rPr lang="en-GB" sz="2000">
                <a:cs typeface="Courier New" panose="02070309020205020404" pitchFamily="49" charset="0"/>
                <a:sym typeface="Wingdings" pitchFamily="2" charset="2"/>
              </a:rPr>
              <a:t> through proper instrumentation, the test case generation shall minimize the following:</a:t>
            </a:r>
          </a:p>
          <a:p>
            <a:pPr lvl="2"/>
            <a:r>
              <a:rPr lang="en-GB" sz="160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fitness(</a:t>
            </a:r>
            <a:r>
              <a:rPr lang="en-GB" sz="1600" err="1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a,x,rand</a:t>
            </a:r>
            <a:r>
              <a:rPr lang="en-GB" sz="160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) = dist1(</a:t>
            </a:r>
            <a:r>
              <a:rPr lang="en-GB" sz="1600" err="1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a,b</a:t>
            </a:r>
            <a:r>
              <a:rPr lang="en-GB" sz="160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) + dist2(</a:t>
            </a:r>
            <a:r>
              <a:rPr lang="en-GB" sz="1600" err="1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x,rand</a:t>
            </a:r>
            <a:r>
              <a:rPr lang="en-GB" sz="160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) </a:t>
            </a:r>
          </a:p>
          <a:p>
            <a:pPr lvl="2"/>
            <a:r>
              <a:rPr lang="en-GB" sz="1600">
                <a:cs typeface="Courier New" panose="02070309020205020404" pitchFamily="49" charset="0"/>
                <a:sym typeface="Wingdings" pitchFamily="2" charset="2"/>
              </a:rPr>
              <a:t>With </a:t>
            </a:r>
            <a:r>
              <a:rPr lang="en-GB" sz="160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a</a:t>
            </a:r>
            <a:r>
              <a:rPr lang="en-GB" sz="1600">
                <a:cs typeface="Courier New" panose="02070309020205020404" pitchFamily="49" charset="0"/>
                <a:sym typeface="Wingdings" pitchFamily="2" charset="2"/>
              </a:rPr>
              <a:t>,</a:t>
            </a:r>
            <a:r>
              <a:rPr lang="en-GB" sz="160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x</a:t>
            </a:r>
            <a:r>
              <a:rPr lang="en-GB" sz="1600">
                <a:cs typeface="Courier New" panose="02070309020205020404" pitchFamily="49" charset="0"/>
                <a:sym typeface="Wingdings" pitchFamily="2" charset="2"/>
              </a:rPr>
              <a:t>,</a:t>
            </a:r>
            <a:r>
              <a:rPr lang="en-GB" sz="160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rand=rand(1,10)</a:t>
            </a:r>
            <a:r>
              <a:rPr lang="en-GB" sz="1600">
                <a:cs typeface="Courier New" panose="02070309020205020404" pitchFamily="49" charset="0"/>
                <a:sym typeface="Wingdings" pitchFamily="2" charset="2"/>
              </a:rPr>
              <a:t> extracted from the execution by the instrumentation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7647A-F517-F7E7-6A91-7B1B7C8D5668}"/>
              </a:ext>
            </a:extLst>
          </p:cNvPr>
          <p:cNvSpPr txBox="1">
            <a:spLocks/>
          </p:cNvSpPr>
          <p:nvPr/>
        </p:nvSpPr>
        <p:spPr>
          <a:xfrm>
            <a:off x="7500731" y="1690687"/>
            <a:ext cx="4214191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(a&gt;b &amp;&amp; a&gt;0 &amp;&amp; b&gt;1)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(x &lt; rand(1,10))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… </a:t>
            </a:r>
          </a:p>
        </p:txBody>
      </p:sp>
    </p:spTree>
    <p:extLst>
      <p:ext uri="{BB962C8B-B14F-4D97-AF65-F5344CB8AC3E}">
        <p14:creationId xmlns:p14="http://schemas.microsoft.com/office/powerpoint/2010/main" val="11400652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3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26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27649"/>
            <a:ext cx="10701130" cy="1042056"/>
          </a:xfrm>
        </p:spPr>
        <p:txBody>
          <a:bodyPr>
            <a:normAutofit/>
          </a:bodyPr>
          <a:lstStyle/>
          <a:p>
            <a:r>
              <a:rPr lang="en-GB" sz="2400"/>
              <a:t>Consider the following operation </a:t>
            </a:r>
            <a:r>
              <a:rPr lang="en-GB" sz="2400">
                <a:latin typeface="Courier New" panose="02070309020205020404" pitchFamily="49" charset="0"/>
                <a:cs typeface="Courier New" panose="02070309020205020404" pitchFamily="49" charset="0"/>
              </a:rPr>
              <a:t>events</a:t>
            </a:r>
            <a:r>
              <a:rPr lang="en-GB" sz="2400">
                <a:cs typeface="Courier New" panose="02070309020205020404" pitchFamily="49" charset="0"/>
              </a:rPr>
              <a:t> </a:t>
            </a:r>
            <a:r>
              <a:rPr lang="en-GB" sz="2400"/>
              <a:t>exposed by a REST API </a:t>
            </a:r>
            <a:r>
              <a:rPr lang="en-GB" sz="2400">
                <a:cs typeface="Courier New" panose="02070309020205020404" pitchFamily="49" charset="0"/>
              </a:rPr>
              <a:t>of a web service</a:t>
            </a:r>
          </a:p>
          <a:p>
            <a:pPr lvl="1"/>
            <a:r>
              <a:rPr lang="en-GB" sz="2000">
                <a:cs typeface="Courier New" panose="02070309020205020404" pitchFamily="49" charset="0"/>
              </a:rPr>
              <a:t>The operation takes as input a date and returns a list of events scheduled for that date (if any)</a:t>
            </a:r>
            <a:endParaRPr lang="en-GB" sz="20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6FA367A-6AAD-0D76-E0C0-D3692D728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757325"/>
              </p:ext>
            </p:extLst>
          </p:nvPr>
        </p:nvGraphicFramePr>
        <p:xfrm>
          <a:off x="1133061" y="2769705"/>
          <a:ext cx="9925877" cy="7416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10686">
                  <a:extLst>
                    <a:ext uri="{9D8B030D-6E8A-4147-A177-3AD203B41FA5}">
                      <a16:colId xmlns:a16="http://schemas.microsoft.com/office/drawing/2014/main" val="1876206349"/>
                    </a:ext>
                  </a:extLst>
                </a:gridCol>
                <a:gridCol w="1419990">
                  <a:extLst>
                    <a:ext uri="{9D8B030D-6E8A-4147-A177-3AD203B41FA5}">
                      <a16:colId xmlns:a16="http://schemas.microsoft.com/office/drawing/2014/main" val="2446242769"/>
                    </a:ext>
                  </a:extLst>
                </a:gridCol>
                <a:gridCol w="1405219">
                  <a:extLst>
                    <a:ext uri="{9D8B030D-6E8A-4147-A177-3AD203B41FA5}">
                      <a16:colId xmlns:a16="http://schemas.microsoft.com/office/drawing/2014/main" val="1191258272"/>
                    </a:ext>
                  </a:extLst>
                </a:gridCol>
                <a:gridCol w="1311966">
                  <a:extLst>
                    <a:ext uri="{9D8B030D-6E8A-4147-A177-3AD203B41FA5}">
                      <a16:colId xmlns:a16="http://schemas.microsoft.com/office/drawing/2014/main" val="2794015098"/>
                    </a:ext>
                  </a:extLst>
                </a:gridCol>
                <a:gridCol w="4678016">
                  <a:extLst>
                    <a:ext uri="{9D8B030D-6E8A-4147-A177-3AD203B41FA5}">
                      <a16:colId xmlns:a16="http://schemas.microsoft.com/office/drawing/2014/main" val="4146269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T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/>
                        <a:t>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E</a:t>
                      </a:r>
                      <a:r>
                        <a:rPr lang="en-IT"/>
                        <a:t>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712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T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/>
                        <a:t>/events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I</a:t>
                      </a:r>
                      <a:r>
                        <a:rPr lang="en-IT"/>
                        <a:t>n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h</a:t>
                      </a:r>
                      <a:r>
                        <a:rPr lang="en-IT"/>
                        <a:t>ttp://my.url/api/v1/events?date=01-01-2024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427838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3D751E9-C886-00F4-94C8-0059F95D3CE9}"/>
              </a:ext>
            </a:extLst>
          </p:cNvPr>
          <p:cNvSpPr txBox="1">
            <a:spLocks/>
          </p:cNvSpPr>
          <p:nvPr/>
        </p:nvSpPr>
        <p:spPr>
          <a:xfrm>
            <a:off x="838200" y="3891810"/>
            <a:ext cx="10701130" cy="2177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/>
              <a:t>Write the pseudocode of a generational </a:t>
            </a:r>
            <a:r>
              <a:rPr lang="en-GB" sz="2400" err="1"/>
              <a:t>fuzzer</a:t>
            </a:r>
            <a:r>
              <a:rPr lang="en-GB" sz="2400"/>
              <a:t> that produces possible test cases for the operation </a:t>
            </a:r>
            <a:r>
              <a:rPr lang="en-GB" sz="2000">
                <a:latin typeface="Courier New" panose="02070309020205020404" pitchFamily="49" charset="0"/>
                <a:cs typeface="Courier New" panose="02070309020205020404" pitchFamily="49" charset="0"/>
              </a:rPr>
              <a:t>events</a:t>
            </a:r>
          </a:p>
          <a:p>
            <a:r>
              <a:rPr lang="en-GB" sz="2400">
                <a:cs typeface="Courier New" panose="02070309020205020404" pitchFamily="49" charset="0"/>
              </a:rPr>
              <a:t>Write the pseudocode of an automated testing procedure that uses the previous </a:t>
            </a:r>
            <a:r>
              <a:rPr lang="en-GB" sz="2400" err="1">
                <a:cs typeface="Courier New" panose="02070309020205020404" pitchFamily="49" charset="0"/>
              </a:rPr>
              <a:t>fuzzer</a:t>
            </a:r>
            <a:r>
              <a:rPr lang="en-GB" sz="2400">
                <a:cs typeface="Courier New" panose="02070309020205020404" pitchFamily="49" charset="0"/>
              </a:rPr>
              <a:t> and defines an executable oracle that recognizes server errors. Define a testing budget that is enough to generate ~10 syntactically valid inputs</a:t>
            </a:r>
          </a:p>
        </p:txBody>
      </p:sp>
    </p:spTree>
    <p:extLst>
      <p:ext uri="{BB962C8B-B14F-4D97-AF65-F5344CB8AC3E}">
        <p14:creationId xmlns:p14="http://schemas.microsoft.com/office/powerpoint/2010/main" val="2093184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3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27</a:t>
            </a:fld>
            <a:endParaRPr lang="en-IT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3D751E9-C886-00F4-94C8-0059F95D3CE9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701130" cy="4378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>
                <a:cs typeface="Courier New" panose="02070309020205020404" pitchFamily="49" charset="0"/>
              </a:rPr>
              <a:t>Assume you want to generate test cases using a mutational </a:t>
            </a:r>
            <a:r>
              <a:rPr lang="en-GB" sz="2400" err="1">
                <a:cs typeface="Courier New" panose="02070309020205020404" pitchFamily="49" charset="0"/>
              </a:rPr>
              <a:t>fuzzer</a:t>
            </a:r>
            <a:r>
              <a:rPr lang="en-GB" sz="2400">
                <a:cs typeface="Courier New" panose="02070309020205020404" pitchFamily="49" charset="0"/>
              </a:rPr>
              <a:t>. Define the pseudocode of the following mutators</a:t>
            </a:r>
          </a:p>
          <a:p>
            <a:pPr lvl="1"/>
            <a:r>
              <a:rPr lang="en-GB" sz="2000" b="1">
                <a:cs typeface="Courier New" panose="02070309020205020404" pitchFamily="49" charset="0"/>
              </a:rPr>
              <a:t>Syntactic</a:t>
            </a:r>
            <a:r>
              <a:rPr lang="en-GB" sz="2000">
                <a:cs typeface="Courier New" panose="02070309020205020404" pitchFamily="49" charset="0"/>
              </a:rPr>
              <a:t> mutator: apply a small mutation to produce a new input with the same length. The mutator shall modify the structure or syntax of the input data without considering the meaning of the input</a:t>
            </a:r>
          </a:p>
          <a:p>
            <a:pPr lvl="1"/>
            <a:r>
              <a:rPr lang="en-GB" sz="2000" b="1">
                <a:cs typeface="Courier New" panose="02070309020205020404" pitchFamily="49" charset="0"/>
              </a:rPr>
              <a:t>Semantic</a:t>
            </a:r>
            <a:r>
              <a:rPr lang="en-GB" sz="2000">
                <a:cs typeface="Courier New" panose="02070309020205020404" pitchFamily="49" charset="0"/>
              </a:rPr>
              <a:t> mutator: apply a small mutation to produce a new input with the same length. The mutator shall consider the meaning of the input and modify it so that the new date differs from the previous one by 1 month at most </a:t>
            </a:r>
          </a:p>
        </p:txBody>
      </p:sp>
    </p:spTree>
    <p:extLst>
      <p:ext uri="{BB962C8B-B14F-4D97-AF65-F5344CB8AC3E}">
        <p14:creationId xmlns:p14="http://schemas.microsoft.com/office/powerpoint/2010/main" val="7871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3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28</a:t>
            </a:fld>
            <a:endParaRPr lang="en-IT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3D751E9-C886-00F4-94C8-0059F95D3CE9}"/>
              </a:ext>
            </a:extLst>
          </p:cNvPr>
          <p:cNvSpPr txBox="1">
            <a:spLocks/>
          </p:cNvSpPr>
          <p:nvPr/>
        </p:nvSpPr>
        <p:spPr>
          <a:xfrm>
            <a:off x="745435" y="1690688"/>
            <a:ext cx="10701130" cy="6881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/>
              <a:t>Possible generational </a:t>
            </a:r>
            <a:r>
              <a:rPr lang="en-GB" sz="2400" err="1"/>
              <a:t>fuzzer</a:t>
            </a:r>
            <a:r>
              <a:rPr lang="en-GB" sz="2400"/>
              <a:t> that produces test cases (i.e., inputs for the parameter of the operation event)</a:t>
            </a:r>
            <a:endParaRPr lang="en-GB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CD69D0-4BC7-0B4B-3D1C-B7BE62621C5C}"/>
              </a:ext>
            </a:extLst>
          </p:cNvPr>
          <p:cNvSpPr txBox="1">
            <a:spLocks/>
          </p:cNvSpPr>
          <p:nvPr/>
        </p:nvSpPr>
        <p:spPr>
          <a:xfrm>
            <a:off x="1258957" y="2504661"/>
            <a:ext cx="10094842" cy="2204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fuzzer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out = 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&lt;10,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b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    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out += chr(rand(32, 64));</a:t>
            </a:r>
            <a:b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out;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7161ED0-B099-E651-7891-3C611ED677BB}"/>
              </a:ext>
            </a:extLst>
          </p:cNvPr>
          <p:cNvSpPr txBox="1">
            <a:spLocks/>
          </p:cNvSpPr>
          <p:nvPr/>
        </p:nvSpPr>
        <p:spPr>
          <a:xfrm>
            <a:off x="838200" y="4174680"/>
            <a:ext cx="10701130" cy="1934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/>
              <a:t>We assume rand produces a random integer in the range [32,64], while chr returns the corresponding char given a integer value</a:t>
            </a:r>
          </a:p>
          <a:p>
            <a:r>
              <a:rPr lang="en-GB" sz="2400"/>
              <a:t> According to the ASCII table, the range includes numeric values, the separator “-” and also other chars should not appear as part of a valid date</a:t>
            </a:r>
            <a:endParaRPr lang="en-GB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666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3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29</a:t>
            </a:fld>
            <a:endParaRPr lang="en-IT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3D751E9-C886-00F4-94C8-0059F95D3CE9}"/>
              </a:ext>
            </a:extLst>
          </p:cNvPr>
          <p:cNvSpPr txBox="1">
            <a:spLocks/>
          </p:cNvSpPr>
          <p:nvPr/>
        </p:nvSpPr>
        <p:spPr>
          <a:xfrm>
            <a:off x="745435" y="1690688"/>
            <a:ext cx="10701130" cy="688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/>
              <a:t>Test generation procedure that uses the previous generational </a:t>
            </a:r>
            <a:r>
              <a:rPr lang="en-GB" sz="2400" err="1"/>
              <a:t>fuzzer</a:t>
            </a:r>
            <a:endParaRPr lang="en-GB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CD69D0-4BC7-0B4B-3D1C-B7BE62621C5C}"/>
              </a:ext>
            </a:extLst>
          </p:cNvPr>
          <p:cNvSpPr txBox="1">
            <a:spLocks/>
          </p:cNvSpPr>
          <p:nvPr/>
        </p:nvSpPr>
        <p:spPr>
          <a:xfrm>
            <a:off x="1126435" y="2378810"/>
            <a:ext cx="10227364" cy="2788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test_procedure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budget)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archive = list();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&lt;budget,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  <a:b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  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input =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fuzzer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  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command = 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“curl –X GET http://</a:t>
            </a:r>
            <a:r>
              <a:rPr lang="en-US" sz="160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my.url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/v1/</a:t>
            </a:r>
            <a:r>
              <a:rPr lang="en-US" sz="160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events?date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=”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+ input;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result = system(command);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result.status_code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sz="160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500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archive.append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(input);</a:t>
            </a:r>
            <a:b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archive;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43829-F977-AC73-7609-317444481385}"/>
              </a:ext>
            </a:extLst>
          </p:cNvPr>
          <p:cNvSpPr txBox="1"/>
          <p:nvPr/>
        </p:nvSpPr>
        <p:spPr>
          <a:xfrm>
            <a:off x="5889056" y="3773060"/>
            <a:ext cx="2833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FF0000"/>
                </a:solidFill>
                <a:cs typeface="Courier New" panose="02070309020205020404" pitchFamily="49" charset="0"/>
              </a:rPr>
              <a:t>Oracle: check occurrence of server errors 5xx</a:t>
            </a:r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195444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3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30</a:t>
            </a:fld>
            <a:endParaRPr lang="en-IT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3D751E9-C886-00F4-94C8-0059F95D3CE9}"/>
              </a:ext>
            </a:extLst>
          </p:cNvPr>
          <p:cNvSpPr txBox="1">
            <a:spLocks/>
          </p:cNvSpPr>
          <p:nvPr/>
        </p:nvSpPr>
        <p:spPr>
          <a:xfrm>
            <a:off x="745435" y="1690688"/>
            <a:ext cx="10701130" cy="4431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/>
              <a:t>The Testing budget should be defined according to the probability of generating syntactically valid inputs through the </a:t>
            </a:r>
            <a:r>
              <a:rPr lang="en-GB" sz="2400" err="1"/>
              <a:t>fuzzer</a:t>
            </a:r>
            <a:endParaRPr lang="en-GB" sz="2400"/>
          </a:p>
          <a:p>
            <a:r>
              <a:rPr lang="en-GB" sz="2400"/>
              <a:t>We have to generate</a:t>
            </a:r>
          </a:p>
          <a:p>
            <a:pPr lvl="1"/>
            <a:r>
              <a:rPr lang="en-GB" sz="2000"/>
              <a:t>2 digits </a:t>
            </a:r>
            <a:r>
              <a:rPr lang="en-GB" sz="2000">
                <a:sym typeface="Wingdings" pitchFamily="2" charset="2"/>
              </a:rPr>
              <a:t> (10/32)*(10/32)</a:t>
            </a:r>
          </a:p>
          <a:p>
            <a:pPr lvl="1"/>
            <a:r>
              <a:rPr lang="en-GB" sz="2000">
                <a:sym typeface="Wingdings" pitchFamily="2" charset="2"/>
              </a:rPr>
              <a:t>“-”  1/32</a:t>
            </a:r>
          </a:p>
          <a:p>
            <a:pPr lvl="1"/>
            <a:r>
              <a:rPr lang="en-GB" sz="2000">
                <a:sym typeface="Wingdings" pitchFamily="2" charset="2"/>
              </a:rPr>
              <a:t>2 digits  (10/32)*(10/32)</a:t>
            </a:r>
          </a:p>
          <a:p>
            <a:pPr lvl="1"/>
            <a:r>
              <a:rPr lang="en-GB" sz="2000"/>
              <a:t>“-” </a:t>
            </a:r>
            <a:r>
              <a:rPr lang="en-GB" sz="2000">
                <a:sym typeface="Wingdings" pitchFamily="2" charset="2"/>
              </a:rPr>
              <a:t> 1/32</a:t>
            </a:r>
          </a:p>
          <a:p>
            <a:pPr lvl="1"/>
            <a:r>
              <a:rPr lang="en-GB" sz="2000">
                <a:sym typeface="Wingdings" pitchFamily="2" charset="2"/>
              </a:rPr>
              <a:t>4 digits  (10/32)*(10/32)*(10/32)*(10/32)</a:t>
            </a:r>
          </a:p>
          <a:p>
            <a:r>
              <a:rPr lang="en-GB" sz="2400">
                <a:sym typeface="Wingdings" pitchFamily="2" charset="2"/>
              </a:rPr>
              <a:t>Total likelihood = (10/32)</a:t>
            </a:r>
            <a:r>
              <a:rPr lang="en-GB" sz="2400" baseline="30000">
                <a:sym typeface="Wingdings" pitchFamily="2" charset="2"/>
              </a:rPr>
              <a:t>8</a:t>
            </a:r>
            <a:r>
              <a:rPr lang="en-GB" sz="2400">
                <a:sym typeface="Wingdings" pitchFamily="2" charset="2"/>
              </a:rPr>
              <a:t> * (1/32)</a:t>
            </a:r>
            <a:r>
              <a:rPr lang="en-GB" sz="2400" baseline="30000">
                <a:sym typeface="Wingdings" pitchFamily="2" charset="2"/>
              </a:rPr>
              <a:t>2 </a:t>
            </a:r>
            <a:r>
              <a:rPr lang="en-GB" sz="2400">
                <a:sym typeface="Wingdings" pitchFamily="2" charset="2"/>
              </a:rPr>
              <a:t>= 8.8*10</a:t>
            </a:r>
            <a:r>
              <a:rPr lang="en-GB" sz="2400" baseline="30000">
                <a:sym typeface="Wingdings" pitchFamily="2" charset="2"/>
              </a:rPr>
              <a:t>-8</a:t>
            </a:r>
          </a:p>
          <a:p>
            <a:r>
              <a:rPr lang="en-GB" sz="2400">
                <a:sym typeface="Wingdings" pitchFamily="2" charset="2"/>
              </a:rPr>
              <a:t>Average #runs for a single valid input = 1/8.8*10</a:t>
            </a:r>
            <a:r>
              <a:rPr lang="en-GB" sz="2400" baseline="30000">
                <a:sym typeface="Wingdings" pitchFamily="2" charset="2"/>
              </a:rPr>
              <a:t>-8 </a:t>
            </a:r>
            <a:r>
              <a:rPr lang="en-GB" sz="2400">
                <a:sym typeface="Wingdings" pitchFamily="2" charset="2"/>
              </a:rPr>
              <a:t>= 1.1*10</a:t>
            </a:r>
            <a:r>
              <a:rPr lang="en-GB" sz="2400" baseline="30000">
                <a:sym typeface="Wingdings" pitchFamily="2" charset="2"/>
              </a:rPr>
              <a:t>7</a:t>
            </a:r>
          </a:p>
          <a:p>
            <a:r>
              <a:rPr lang="en-GB" sz="2400">
                <a:sym typeface="Wingdings" pitchFamily="2" charset="2"/>
              </a:rPr>
              <a:t>Budget = 1.1*10</a:t>
            </a:r>
            <a:r>
              <a:rPr lang="en-GB" sz="2400" baseline="30000">
                <a:sym typeface="Wingdings" pitchFamily="2" charset="2"/>
              </a:rPr>
              <a:t>7 * </a:t>
            </a:r>
            <a:r>
              <a:rPr lang="en-GB" sz="2400">
                <a:sym typeface="Wingdings" pitchFamily="2" charset="2"/>
              </a:rPr>
              <a:t>10 = 1.1*10</a:t>
            </a:r>
            <a:r>
              <a:rPr lang="en-GB" sz="2400" baseline="30000">
                <a:sym typeface="Wingdings" pitchFamily="2" charset="2"/>
              </a:rPr>
              <a:t>8</a:t>
            </a:r>
            <a:endParaRPr lang="en-GB" sz="2400">
              <a:sym typeface="Wingdings" pitchFamily="2" charset="2"/>
            </a:endParaRPr>
          </a:p>
          <a:p>
            <a:pPr marL="457200" lvl="1" indent="0">
              <a:buNone/>
            </a:pPr>
            <a:endParaRPr lang="en-GB" sz="2000"/>
          </a:p>
          <a:p>
            <a:pPr lvl="1"/>
            <a:endParaRPr lang="en-GB" sz="16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5949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3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31</a:t>
            </a:fld>
            <a:endParaRPr lang="en-IT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3D751E9-C886-00F4-94C8-0059F95D3CE9}"/>
              </a:ext>
            </a:extLst>
          </p:cNvPr>
          <p:cNvSpPr txBox="1">
            <a:spLocks/>
          </p:cNvSpPr>
          <p:nvPr/>
        </p:nvSpPr>
        <p:spPr>
          <a:xfrm>
            <a:off x="745435" y="1690687"/>
            <a:ext cx="10701130" cy="893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/>
              <a:t>Mutational </a:t>
            </a:r>
            <a:r>
              <a:rPr lang="en-GB" sz="2400" err="1"/>
              <a:t>fuzzer</a:t>
            </a:r>
            <a:r>
              <a:rPr lang="en-GB" sz="2400"/>
              <a:t>: syntactic mutator (</a:t>
            </a:r>
            <a:r>
              <a:rPr lang="en-GB" sz="2400">
                <a:cs typeface="Courier New" panose="02070309020205020404" pitchFamily="49" charset="0"/>
              </a:rPr>
              <a:t>modify the structure or syntax of the input data without considering the meaning of the input)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CD69D0-4BC7-0B4B-3D1C-B7BE62621C5C}"/>
              </a:ext>
            </a:extLst>
          </p:cNvPr>
          <p:cNvSpPr txBox="1">
            <a:spLocks/>
          </p:cNvSpPr>
          <p:nvPr/>
        </p:nvSpPr>
        <p:spPr>
          <a:xfrm>
            <a:off x="1219201" y="2796208"/>
            <a:ext cx="9806608" cy="2788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syntactic_mutator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(string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s, int start=</a:t>
            </a:r>
            <a:r>
              <a:rPr lang="en-US" sz="160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, int end=</a:t>
            </a:r>
            <a:r>
              <a:rPr lang="en-US" sz="160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pos = rand(0,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(s))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ord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(s[pos])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&gt; start &amp;&amp;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&lt; end)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rand_choice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([-1,1])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== start)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else if 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== end)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+= -1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3: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s[:pos] + char(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 + s[pos+1:]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D0C03-7C5D-61BE-8D77-D24B306368D2}"/>
              </a:ext>
            </a:extLst>
          </p:cNvPr>
          <p:cNvSpPr txBox="1"/>
          <p:nvPr/>
        </p:nvSpPr>
        <p:spPr>
          <a:xfrm>
            <a:off x="7086600" y="3383183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err="1">
                <a:solidFill>
                  <a:srgbClr val="FF0000"/>
                </a:solidFill>
                <a:cs typeface="Courier New" panose="02070309020205020404" pitchFamily="49" charset="0"/>
              </a:rPr>
              <a:t>ord</a:t>
            </a:r>
            <a:r>
              <a:rPr lang="en-GB">
                <a:solidFill>
                  <a:srgbClr val="FF0000"/>
                </a:solidFill>
                <a:cs typeface="Courier New" panose="02070309020205020404" pitchFamily="49" charset="0"/>
              </a:rPr>
              <a:t>(c) = int encoding of char c</a:t>
            </a:r>
            <a:endParaRPr lang="en-I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08EA58-CB94-6633-2FBD-688269D6073F}"/>
              </a:ext>
            </a:extLst>
          </p:cNvPr>
          <p:cNvSpPr txBox="1"/>
          <p:nvPr/>
        </p:nvSpPr>
        <p:spPr>
          <a:xfrm>
            <a:off x="2093843" y="5167313"/>
            <a:ext cx="2676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FF0000"/>
                </a:solidFill>
                <a:cs typeface="Courier New" panose="02070309020205020404" pitchFamily="49" charset="0"/>
              </a:rPr>
              <a:t>Substring from 0 to pos-1</a:t>
            </a:r>
            <a:endParaRPr lang="en-IT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0BDC82-91C7-6C28-4EE0-98FC76CFFCD3}"/>
              </a:ext>
            </a:extLst>
          </p:cNvPr>
          <p:cNvSpPr txBox="1"/>
          <p:nvPr/>
        </p:nvSpPr>
        <p:spPr>
          <a:xfrm>
            <a:off x="5635486" y="5167313"/>
            <a:ext cx="3216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FF0000"/>
                </a:solidFill>
                <a:cs typeface="Courier New" panose="02070309020205020404" pitchFamily="49" charset="0"/>
              </a:rPr>
              <a:t>Substring from pos+1 to the end</a:t>
            </a:r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630479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3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32</a:t>
            </a:fld>
            <a:endParaRPr lang="en-IT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3D751E9-C886-00F4-94C8-0059F95D3CE9}"/>
              </a:ext>
            </a:extLst>
          </p:cNvPr>
          <p:cNvSpPr txBox="1">
            <a:spLocks/>
          </p:cNvSpPr>
          <p:nvPr/>
        </p:nvSpPr>
        <p:spPr>
          <a:xfrm>
            <a:off x="745435" y="1470648"/>
            <a:ext cx="10701130" cy="702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200"/>
              <a:t>Mutational </a:t>
            </a:r>
            <a:r>
              <a:rPr lang="en-GB" sz="2200" err="1"/>
              <a:t>fuzzer</a:t>
            </a:r>
            <a:r>
              <a:rPr lang="en-GB" sz="2200"/>
              <a:t>: semantic mutator (</a:t>
            </a:r>
            <a:r>
              <a:rPr lang="en-GB" sz="2200">
                <a:cs typeface="Courier New" panose="02070309020205020404" pitchFamily="49" charset="0"/>
              </a:rPr>
              <a:t>consider the meaning of the input and modify by 1 month at most)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CD69D0-4BC7-0B4B-3D1C-B7BE62621C5C}"/>
              </a:ext>
            </a:extLst>
          </p:cNvPr>
          <p:cNvSpPr txBox="1">
            <a:spLocks/>
          </p:cNvSpPr>
          <p:nvPr/>
        </p:nvSpPr>
        <p:spPr>
          <a:xfrm>
            <a:off x="3607904" y="1932885"/>
            <a:ext cx="6374296" cy="4423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semantic_mutator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(string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s)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d = s[:2]; m = s[3:5]; y = s[6:];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d +=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rand_choice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([-1,1]) * rand(0, 31)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(d &gt; 31)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d -= 31;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m += 1;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}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(d &lt; 0)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d = 31-d;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m -= 1;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(m &gt; 12)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m = 1;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y += 1;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13: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(m &lt; 1)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m = 12;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y -= 1;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d + ”-” + m + ”-” y;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18: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267732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4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33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27649"/>
            <a:ext cx="10515600" cy="582820"/>
          </a:xfrm>
        </p:spPr>
        <p:txBody>
          <a:bodyPr>
            <a:normAutofit/>
          </a:bodyPr>
          <a:lstStyle/>
          <a:p>
            <a:r>
              <a:rPr lang="en-GB" sz="2400"/>
              <a:t>Consider the following function </a:t>
            </a:r>
            <a:r>
              <a:rPr lang="en-GB" sz="2400">
                <a:latin typeface="Courier New" panose="02070309020205020404" pitchFamily="49" charset="0"/>
                <a:cs typeface="Courier New" panose="02070309020205020404" pitchFamily="49" charset="0"/>
              </a:rPr>
              <a:t>bar</a:t>
            </a:r>
            <a:r>
              <a:rPr lang="en-GB" sz="2400"/>
              <a:t>, written in a C-like language: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D09D4-EDF4-BBC7-B75D-512436F2D691}"/>
              </a:ext>
            </a:extLst>
          </p:cNvPr>
          <p:cNvSpPr txBox="1">
            <a:spLocks/>
          </p:cNvSpPr>
          <p:nvPr/>
        </p:nvSpPr>
        <p:spPr>
          <a:xfrm>
            <a:off x="5300870" y="2347431"/>
            <a:ext cx="5976730" cy="3625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/>
              <a:t>Assume you have the following test objective: test the portion of bar that invokes the decode function (location 8)</a:t>
            </a:r>
          </a:p>
          <a:p>
            <a:r>
              <a:rPr lang="en-GB" sz="2400"/>
              <a:t>Define the following elements to reach the objective using a SBST approach</a:t>
            </a:r>
          </a:p>
          <a:p>
            <a:pPr lvl="1"/>
            <a:r>
              <a:rPr lang="en-GB" sz="2000"/>
              <a:t>Search space</a:t>
            </a:r>
          </a:p>
          <a:p>
            <a:pPr lvl="1"/>
            <a:r>
              <a:rPr lang="en-GB" sz="2000" err="1"/>
              <a:t>Neighborhood</a:t>
            </a:r>
            <a:r>
              <a:rPr lang="en-GB" sz="2000"/>
              <a:t> relation</a:t>
            </a:r>
          </a:p>
          <a:p>
            <a:pPr lvl="1"/>
            <a:r>
              <a:rPr lang="en-GB" sz="2000"/>
              <a:t>Fitness function</a:t>
            </a:r>
          </a:p>
          <a:p>
            <a:pPr lvl="1"/>
            <a:r>
              <a:rPr lang="en-GB" sz="2000"/>
              <a:t>Code instrumentation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A5CD44-C7ED-A0E4-DD33-352E141B06A0}"/>
              </a:ext>
            </a:extLst>
          </p:cNvPr>
          <p:cNvSpPr txBox="1">
            <a:spLocks/>
          </p:cNvSpPr>
          <p:nvPr/>
        </p:nvSpPr>
        <p:spPr>
          <a:xfrm>
            <a:off x="914400" y="2382043"/>
            <a:ext cx="4850296" cy="2645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bar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s)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””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&lt; length(s))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c =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s[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IT" sz="160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  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(c != 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’+’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    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r += c;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  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(i+1 &lt; length(s))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r += decode(s[i+1])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+= 1;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r;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2155345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4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34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27649"/>
            <a:ext cx="10515600" cy="4315342"/>
          </a:xfrm>
        </p:spPr>
        <p:txBody>
          <a:bodyPr>
            <a:normAutofit/>
          </a:bodyPr>
          <a:lstStyle/>
          <a:p>
            <a:r>
              <a:rPr lang="en-GB" sz="2400"/>
              <a:t>Search space:</a:t>
            </a:r>
          </a:p>
          <a:p>
            <a:pPr lvl="1"/>
            <a:r>
              <a:rPr lang="en-GB" sz="2000"/>
              <a:t>The function bar takes as input a single string</a:t>
            </a:r>
          </a:p>
          <a:p>
            <a:pPr lvl="1"/>
            <a:r>
              <a:rPr lang="en-GB" sz="2000"/>
              <a:t>Neither the text nor the function include </a:t>
            </a:r>
            <a:br>
              <a:rPr lang="en-GB" sz="2000"/>
            </a:br>
            <a:r>
              <a:rPr lang="en-GB" sz="2000"/>
              <a:t> specific constraints on inputs</a:t>
            </a:r>
          </a:p>
          <a:p>
            <a:pPr lvl="1"/>
            <a:r>
              <a:rPr lang="en-GB" sz="2000"/>
              <a:t>We could consider, for instance, all possible </a:t>
            </a:r>
            <a:br>
              <a:rPr lang="en-GB" sz="2000"/>
            </a:br>
            <a:r>
              <a:rPr lang="en-GB" sz="2000"/>
              <a:t>ASCII encoded strings with max length = 100</a:t>
            </a:r>
          </a:p>
          <a:p>
            <a:r>
              <a:rPr lang="en-GB" sz="2400" err="1"/>
              <a:t>Neighborhood</a:t>
            </a:r>
            <a:r>
              <a:rPr lang="en-GB" sz="2400"/>
              <a:t>:</a:t>
            </a:r>
          </a:p>
          <a:p>
            <a:pPr lvl="1"/>
            <a:r>
              <a:rPr lang="en-GB" sz="2000"/>
              <a:t>Given s, we can consider all strings having edit distance = 1</a:t>
            </a:r>
          </a:p>
          <a:p>
            <a:pPr lvl="1"/>
            <a:r>
              <a:rPr lang="en-GB" sz="2000"/>
              <a:t>Edit distance: </a:t>
            </a:r>
            <a:r>
              <a:rPr lang="en-GB" sz="2000">
                <a:latin typeface="Courier New" panose="02070309020205020404" pitchFamily="49" charset="0"/>
                <a:cs typeface="Courier New" panose="02070309020205020404" pitchFamily="49" charset="0"/>
              </a:rPr>
              <a:t>sum(abs(</a:t>
            </a:r>
            <a:r>
              <a:rPr lang="en-GB" sz="2000" err="1">
                <a:latin typeface="Courier New" panose="02070309020205020404" pitchFamily="49" charset="0"/>
                <a:cs typeface="Courier New" panose="02070309020205020404" pitchFamily="49" charset="0"/>
              </a:rPr>
              <a:t>ord</a:t>
            </a:r>
            <a:r>
              <a:rPr lang="en-GB" sz="2000">
                <a:latin typeface="Courier New" panose="02070309020205020404" pitchFamily="49" charset="0"/>
                <a:cs typeface="Courier New" panose="02070309020205020404" pitchFamily="49" charset="0"/>
              </a:rPr>
              <a:t>(s1[</a:t>
            </a:r>
            <a:r>
              <a:rPr lang="en-GB" sz="20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2000">
                <a:latin typeface="Courier New" panose="02070309020205020404" pitchFamily="49" charset="0"/>
                <a:cs typeface="Courier New" panose="02070309020205020404" pitchFamily="49" charset="0"/>
              </a:rPr>
              <a:t>]) - </a:t>
            </a:r>
            <a:r>
              <a:rPr lang="en-GB" sz="2000" err="1">
                <a:latin typeface="Courier New" panose="02070309020205020404" pitchFamily="49" charset="0"/>
                <a:cs typeface="Courier New" panose="02070309020205020404" pitchFamily="49" charset="0"/>
              </a:rPr>
              <a:t>ord</a:t>
            </a:r>
            <a:r>
              <a:rPr lang="en-GB" sz="2000">
                <a:latin typeface="Courier New" panose="02070309020205020404" pitchFamily="49" charset="0"/>
                <a:cs typeface="Courier New" panose="02070309020205020404" pitchFamily="49" charset="0"/>
              </a:rPr>
              <a:t>(s2[</a:t>
            </a:r>
            <a:r>
              <a:rPr lang="en-GB" sz="20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2000">
                <a:latin typeface="Courier New" panose="02070309020205020404" pitchFamily="49" charset="0"/>
                <a:cs typeface="Courier New" panose="02070309020205020404" pitchFamily="49" charset="0"/>
              </a:rPr>
              <a:t>]))) </a:t>
            </a:r>
            <a:r>
              <a:rPr lang="en-GB" sz="2000"/>
              <a:t>for all </a:t>
            </a:r>
            <a:r>
              <a:rPr lang="en-GB" sz="20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GB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GB" sz="2000" err="1"/>
              <a:t>Neighborhood</a:t>
            </a:r>
            <a:r>
              <a:rPr lang="en-GB" sz="2000"/>
              <a:t> size = 2*length(s)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A5CD44-C7ED-A0E4-DD33-352E141B06A0}"/>
              </a:ext>
            </a:extLst>
          </p:cNvPr>
          <p:cNvSpPr txBox="1">
            <a:spLocks/>
          </p:cNvSpPr>
          <p:nvPr/>
        </p:nvSpPr>
        <p:spPr>
          <a:xfrm>
            <a:off x="6884504" y="1239829"/>
            <a:ext cx="4393096" cy="2645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bar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s)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””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&lt; length(s))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c =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s[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IT" sz="160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  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(c != 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’+’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    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r += c;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  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(i+1 &lt; length(s))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r += decode(s[i+1])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+= 1;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r;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41824658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4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35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27649"/>
            <a:ext cx="10515600" cy="43153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/>
              <a:t>Objective:</a:t>
            </a:r>
          </a:p>
          <a:p>
            <a:pPr lvl="1"/>
            <a:r>
              <a:rPr lang="en-GB" sz="2000"/>
              <a:t>Condition location 3: branch T</a:t>
            </a:r>
            <a:endParaRPr lang="en-GB" sz="2000">
              <a:ea typeface="Calibri"/>
              <a:cs typeface="Calibri"/>
            </a:endParaRPr>
          </a:p>
          <a:p>
            <a:pPr lvl="1"/>
            <a:r>
              <a:rPr lang="en-GB" sz="2000"/>
              <a:t>Condition location 5: branch F</a:t>
            </a:r>
            <a:endParaRPr lang="en-GB" sz="2000">
              <a:ea typeface="Calibri"/>
              <a:cs typeface="Calibri"/>
            </a:endParaRPr>
          </a:p>
          <a:p>
            <a:pPr lvl="1"/>
            <a:r>
              <a:rPr lang="en-GB" sz="2000"/>
              <a:t>Condition location 7: branch T</a:t>
            </a:r>
          </a:p>
          <a:p>
            <a:r>
              <a:rPr lang="en-GB" sz="2400"/>
              <a:t>Approach:</a:t>
            </a:r>
            <a:endParaRPr lang="en-GB" sz="2400">
              <a:ea typeface="Calibri"/>
              <a:cs typeface="Calibri"/>
            </a:endParaRPr>
          </a:p>
          <a:p>
            <a:pPr lvl="1"/>
            <a:r>
              <a:rPr lang="en-GB" sz="2000"/>
              <a:t>Derive proper distance functions for each </a:t>
            </a:r>
            <a:br>
              <a:rPr lang="en-GB" sz="2000"/>
            </a:br>
            <a:r>
              <a:rPr lang="en-GB" sz="2000"/>
              <a:t>condition above</a:t>
            </a:r>
            <a:endParaRPr lang="en-GB" sz="2000">
              <a:ea typeface="Calibri"/>
              <a:cs typeface="Calibri"/>
            </a:endParaRPr>
          </a:p>
          <a:p>
            <a:pPr lvl="1"/>
            <a:r>
              <a:rPr lang="en-GB" sz="2000"/>
              <a:t>Fitness = sum of normalized distance values</a:t>
            </a:r>
            <a:endParaRPr lang="en-GB" sz="2000">
              <a:ea typeface="Calibri"/>
              <a:cs typeface="Calibri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05A0A7C-0BD1-B855-F984-CC0624231B8E}"/>
              </a:ext>
            </a:extLst>
          </p:cNvPr>
          <p:cNvSpPr txBox="1">
            <a:spLocks/>
          </p:cNvSpPr>
          <p:nvPr/>
        </p:nvSpPr>
        <p:spPr>
          <a:xfrm>
            <a:off x="6672469" y="1239829"/>
            <a:ext cx="4393096" cy="2645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bar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s)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””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&lt; length(s))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c =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s[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IT" sz="160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  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(c != 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’+’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    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r += c;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  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(i+1 &lt; length(s))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r += decode(s[i+1])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+= 1;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r;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40894777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4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36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27649"/>
            <a:ext cx="10515600" cy="431534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sz="2400"/>
              <a:t>Condition location 3: branch T</a:t>
            </a:r>
          </a:p>
          <a:p>
            <a:pPr lvl="1"/>
            <a:r>
              <a:rPr lang="en-GB" sz="2000" err="1"/>
              <a:t>i</a:t>
            </a:r>
            <a:r>
              <a:rPr lang="en-GB" sz="2000"/>
              <a:t> &lt; length(s)</a:t>
            </a:r>
            <a:endParaRPr lang="en-GB" sz="2000">
              <a:ea typeface="Calibri"/>
              <a:cs typeface="Calibri"/>
            </a:endParaRPr>
          </a:p>
          <a:p>
            <a:pPr lvl="1"/>
            <a:r>
              <a:rPr lang="en-GB" sz="2000"/>
              <a:t>If T, distance = 0</a:t>
            </a:r>
            <a:endParaRPr lang="en-GB" sz="2000">
              <a:ea typeface="Calibri"/>
              <a:cs typeface="Calibri"/>
            </a:endParaRPr>
          </a:p>
          <a:p>
            <a:pPr lvl="1"/>
            <a:r>
              <a:rPr lang="en-GB" sz="2000"/>
              <a:t>If F, distance = </a:t>
            </a:r>
            <a:r>
              <a:rPr lang="en-GB" sz="2000" err="1"/>
              <a:t>i</a:t>
            </a:r>
            <a:r>
              <a:rPr lang="en-GB" sz="2000"/>
              <a:t> - length(s) + 1</a:t>
            </a:r>
            <a:endParaRPr lang="en-GB" sz="2000">
              <a:ea typeface="Calibri"/>
              <a:cs typeface="Calibri"/>
            </a:endParaRPr>
          </a:p>
          <a:p>
            <a:r>
              <a:rPr lang="en-GB" sz="2400"/>
              <a:t>Condition location 5: branch F</a:t>
            </a:r>
            <a:endParaRPr lang="en-GB" sz="2400">
              <a:ea typeface="Calibri"/>
              <a:cs typeface="Calibri"/>
            </a:endParaRPr>
          </a:p>
          <a:p>
            <a:pPr lvl="1"/>
            <a:r>
              <a:rPr lang="en-GB" sz="2000"/>
              <a:t>c != ‘+’</a:t>
            </a:r>
            <a:endParaRPr lang="en-GB" sz="2000">
              <a:ea typeface="Calibri"/>
              <a:cs typeface="Calibri"/>
            </a:endParaRPr>
          </a:p>
          <a:p>
            <a:pPr lvl="1"/>
            <a:r>
              <a:rPr lang="en-GB" sz="2000"/>
              <a:t>If F, distance = 0</a:t>
            </a:r>
            <a:endParaRPr lang="en-GB" sz="2000">
              <a:ea typeface="Calibri"/>
              <a:cs typeface="Calibri"/>
            </a:endParaRPr>
          </a:p>
          <a:p>
            <a:pPr lvl="1"/>
            <a:r>
              <a:rPr lang="en-GB" sz="2000"/>
              <a:t>If T, distance = 1</a:t>
            </a:r>
            <a:endParaRPr lang="en-GB" sz="2000">
              <a:ea typeface="Calibri"/>
              <a:cs typeface="Calibri"/>
            </a:endParaRPr>
          </a:p>
          <a:p>
            <a:r>
              <a:rPr lang="en-GB" sz="2400"/>
              <a:t>Condition location 7: branch F</a:t>
            </a:r>
            <a:endParaRPr lang="en-GB" sz="2400">
              <a:ea typeface="Calibri"/>
              <a:cs typeface="Calibri"/>
            </a:endParaRPr>
          </a:p>
          <a:p>
            <a:pPr lvl="1"/>
            <a:r>
              <a:rPr lang="en-GB" sz="2000"/>
              <a:t>i+1 &lt; length(s)</a:t>
            </a:r>
            <a:endParaRPr lang="en-GB" sz="2000">
              <a:ea typeface="Calibri"/>
              <a:cs typeface="Calibri"/>
            </a:endParaRPr>
          </a:p>
          <a:p>
            <a:pPr lvl="1"/>
            <a:r>
              <a:rPr lang="en-GB" sz="2000"/>
              <a:t>If T, distance = 0</a:t>
            </a:r>
            <a:endParaRPr lang="en-GB" sz="2000">
              <a:ea typeface="Calibri"/>
              <a:cs typeface="Calibri"/>
            </a:endParaRPr>
          </a:p>
          <a:p>
            <a:pPr lvl="1"/>
            <a:r>
              <a:rPr lang="en-GB" sz="2000"/>
              <a:t>If F, distance = (i+1) - length(s) + 1</a:t>
            </a:r>
            <a:endParaRPr lang="en-GB" sz="2000">
              <a:ea typeface="Calibri"/>
              <a:cs typeface="Calibri"/>
            </a:endParaRPr>
          </a:p>
          <a:p>
            <a:pPr lvl="1"/>
            <a:endParaRPr lang="en-GB" sz="2000"/>
          </a:p>
          <a:p>
            <a:endParaRPr lang="en-GB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5CFB1-CE2F-D876-4392-0B00391869E7}"/>
              </a:ext>
            </a:extLst>
          </p:cNvPr>
          <p:cNvSpPr txBox="1">
            <a:spLocks/>
          </p:cNvSpPr>
          <p:nvPr/>
        </p:nvSpPr>
        <p:spPr>
          <a:xfrm>
            <a:off x="6685721" y="1239829"/>
            <a:ext cx="4393096" cy="2645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bar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s)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””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&lt; length(s))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c =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s[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IT" sz="160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  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(c != 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’+’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    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r += c;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  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(i+1 &lt; length(s))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r += decode(s[i+1])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+= 1;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r;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9888929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4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37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90688"/>
            <a:ext cx="10515600" cy="548929"/>
          </a:xfrm>
        </p:spPr>
        <p:txBody>
          <a:bodyPr>
            <a:normAutofit/>
          </a:bodyPr>
          <a:lstStyle/>
          <a:p>
            <a:r>
              <a:rPr lang="en-GB" sz="2400"/>
              <a:t>Code instrumentation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A5CD44-C7ED-A0E4-DD33-352E141B06A0}"/>
              </a:ext>
            </a:extLst>
          </p:cNvPr>
          <p:cNvSpPr txBox="1">
            <a:spLocks/>
          </p:cNvSpPr>
          <p:nvPr/>
        </p:nvSpPr>
        <p:spPr>
          <a:xfrm>
            <a:off x="980662" y="2426309"/>
            <a:ext cx="6334539" cy="2645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intrumented</a:t>
            </a:r>
            <a:r>
              <a:rPr lang="en-US" sz="160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160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bar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s, int[]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””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eval_1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, 0,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, length(s)))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c =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s[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IT" sz="160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  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eval_2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, 1, c, 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’+’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6:        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r += c;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7:  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eval_1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, 2, i+1, length(s)))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  r += decode(s[i+1])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+= 1;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r;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938081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4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38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90688"/>
            <a:ext cx="10515600" cy="548929"/>
          </a:xfrm>
        </p:spPr>
        <p:txBody>
          <a:bodyPr>
            <a:normAutofit/>
          </a:bodyPr>
          <a:lstStyle/>
          <a:p>
            <a:r>
              <a:rPr lang="en-GB" sz="2400"/>
              <a:t>Code instrumentation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A15F6-A1EA-E34B-6821-58330CAF7043}"/>
              </a:ext>
            </a:extLst>
          </p:cNvPr>
          <p:cNvSpPr txBox="1">
            <a:spLocks/>
          </p:cNvSpPr>
          <p:nvPr/>
        </p:nvSpPr>
        <p:spPr>
          <a:xfrm>
            <a:off x="1364974" y="2241579"/>
            <a:ext cx="7977810" cy="1549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eval_1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if (a &lt; b)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] = 0;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  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] = a–b+1;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] == 0;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64EF04-EA90-696E-5E63-6CC48310D4C8}"/>
              </a:ext>
            </a:extLst>
          </p:cNvPr>
          <p:cNvSpPr txBox="1">
            <a:spLocks/>
          </p:cNvSpPr>
          <p:nvPr/>
        </p:nvSpPr>
        <p:spPr>
          <a:xfrm>
            <a:off x="1364974" y="3891475"/>
            <a:ext cx="7023652" cy="1549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eval_2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if (a != b)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] = 0;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3:  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] = 1;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] == 0;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9894696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4883-8DCA-57E9-8F27-DD25E16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 4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B7C91-B678-2ABB-F439-ED6E9DEC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SE2 – V&amp;V, Dynamic Analysis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8FC4-BC2C-B222-6010-9CC01AA3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39</a:t>
            </a:fld>
            <a:endParaRPr lang="en-IT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02B31C-ECCA-32BB-8CFE-109A8F4D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90688"/>
            <a:ext cx="10515600" cy="548929"/>
          </a:xfrm>
        </p:spPr>
        <p:txBody>
          <a:bodyPr>
            <a:normAutofit/>
          </a:bodyPr>
          <a:lstStyle/>
          <a:p>
            <a:r>
              <a:rPr lang="en-GB" sz="2400"/>
              <a:t>Implementation of the fitness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A15F6-A1EA-E34B-6821-58330CAF7043}"/>
              </a:ext>
            </a:extLst>
          </p:cNvPr>
          <p:cNvSpPr txBox="1">
            <a:spLocks/>
          </p:cNvSpPr>
          <p:nvPr/>
        </p:nvSpPr>
        <p:spPr>
          <a:xfrm>
            <a:off x="1364974" y="2241579"/>
            <a:ext cx="7977810" cy="1549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0: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fitness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(string s) {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int[]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= [0,0,0]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instrumented_bar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(s,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norm(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[0]) + norm(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[1]) + norm(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[2]);</a:t>
            </a:r>
            <a:b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5: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9402072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DD1B3D-AE61-C3F6-0AD4-1AD0D89C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cs typeface="Calibri Light"/>
              </a:rPr>
              <a:t>Integration Testing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F6A3B1D-E988-B055-EE10-609EBAD32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it-IT" err="1">
                <a:ea typeface="+mn-lt"/>
                <a:cs typeface="+mn-lt"/>
              </a:rPr>
              <a:t>PubCoReader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is</a:t>
            </a:r>
            <a:r>
              <a:rPr lang="it-IT">
                <a:ea typeface="+mn-lt"/>
                <a:cs typeface="+mn-lt"/>
              </a:rPr>
              <a:t> a software system </a:t>
            </a:r>
            <a:r>
              <a:rPr lang="it-IT" err="1">
                <a:ea typeface="+mn-lt"/>
                <a:cs typeface="+mn-lt"/>
              </a:rPr>
              <a:t>conceived</a:t>
            </a:r>
            <a:r>
              <a:rPr lang="it-IT">
                <a:ea typeface="+mn-lt"/>
                <a:cs typeface="+mn-lt"/>
              </a:rPr>
              <a:t> to be </a:t>
            </a:r>
            <a:r>
              <a:rPr lang="it-IT" err="1">
                <a:ea typeface="+mn-lt"/>
                <a:cs typeface="+mn-lt"/>
              </a:rPr>
              <a:t>used</a:t>
            </a:r>
            <a:r>
              <a:rPr lang="it-IT">
                <a:ea typeface="+mn-lt"/>
                <a:cs typeface="+mn-lt"/>
              </a:rPr>
              <a:t> in </a:t>
            </a:r>
            <a:r>
              <a:rPr lang="it-IT" err="1">
                <a:ea typeface="+mn-lt"/>
                <a:cs typeface="+mn-lt"/>
              </a:rPr>
              <a:t>courses</a:t>
            </a:r>
            <a:r>
              <a:rPr lang="it-IT">
                <a:ea typeface="+mn-lt"/>
                <a:cs typeface="+mn-lt"/>
              </a:rPr>
              <a:t> with multiple </a:t>
            </a:r>
            <a:r>
              <a:rPr lang="it-IT" err="1">
                <a:ea typeface="+mn-lt"/>
                <a:cs typeface="+mn-lt"/>
              </a:rPr>
              <a:t>instructors</a:t>
            </a:r>
            <a:r>
              <a:rPr lang="it-IT">
                <a:ea typeface="+mn-lt"/>
                <a:cs typeface="+mn-lt"/>
              </a:rPr>
              <a:t>. </a:t>
            </a:r>
            <a:r>
              <a:rPr lang="it-IT" err="1">
                <a:ea typeface="+mn-lt"/>
                <a:cs typeface="+mn-lt"/>
              </a:rPr>
              <a:t>It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allows</a:t>
            </a:r>
            <a:r>
              <a:rPr lang="it-IT">
                <a:ea typeface="+mn-lt"/>
                <a:cs typeface="+mn-lt"/>
              </a:rPr>
              <a:t> groups of </a:t>
            </a:r>
            <a:r>
              <a:rPr lang="it-IT" err="1">
                <a:ea typeface="+mn-lt"/>
                <a:cs typeface="+mn-lt"/>
              </a:rPr>
              <a:t>students</a:t>
            </a:r>
            <a:r>
              <a:rPr lang="it-IT">
                <a:ea typeface="+mn-lt"/>
                <a:cs typeface="+mn-lt"/>
              </a:rPr>
              <a:t> to </a:t>
            </a:r>
            <a:r>
              <a:rPr lang="it-IT" err="1">
                <a:ea typeface="+mn-lt"/>
                <a:cs typeface="+mn-lt"/>
              </a:rPr>
              <a:t>read</a:t>
            </a:r>
            <a:r>
              <a:rPr lang="it-IT">
                <a:ea typeface="+mn-lt"/>
                <a:cs typeface="+mn-lt"/>
              </a:rPr>
              <a:t> (or </a:t>
            </a:r>
            <a:r>
              <a:rPr lang="it-IT" err="1">
                <a:ea typeface="+mn-lt"/>
                <a:cs typeface="+mn-lt"/>
              </a:rPr>
              <a:t>watch</a:t>
            </a:r>
            <a:r>
              <a:rPr lang="it-IT">
                <a:ea typeface="+mn-lt"/>
                <a:cs typeface="+mn-lt"/>
              </a:rPr>
              <a:t> – for </a:t>
            </a:r>
            <a:r>
              <a:rPr lang="it-IT" err="1">
                <a:ea typeface="+mn-lt"/>
                <a:cs typeface="+mn-lt"/>
              </a:rPr>
              <a:t>simplicity</a:t>
            </a:r>
            <a:r>
              <a:rPr lang="it-IT">
                <a:ea typeface="+mn-lt"/>
                <a:cs typeface="+mn-lt"/>
              </a:rPr>
              <a:t>, in the following the </a:t>
            </a:r>
            <a:r>
              <a:rPr lang="it-IT" err="1">
                <a:ea typeface="+mn-lt"/>
                <a:cs typeface="+mn-lt"/>
              </a:rPr>
              <a:t>two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terms</a:t>
            </a:r>
            <a:r>
              <a:rPr lang="it-IT">
                <a:ea typeface="+mn-lt"/>
                <a:cs typeface="+mn-lt"/>
              </a:rPr>
              <a:t> are </a:t>
            </a:r>
            <a:r>
              <a:rPr lang="it-IT" err="1">
                <a:ea typeface="+mn-lt"/>
                <a:cs typeface="+mn-lt"/>
              </a:rPr>
              <a:t>used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as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synonyms</a:t>
            </a:r>
            <a:r>
              <a:rPr lang="it-IT">
                <a:ea typeface="+mn-lt"/>
                <a:cs typeface="+mn-lt"/>
              </a:rPr>
              <a:t>) and annotate </a:t>
            </a:r>
            <a:r>
              <a:rPr lang="it-IT" err="1">
                <a:ea typeface="+mn-lt"/>
                <a:cs typeface="+mn-lt"/>
              </a:rPr>
              <a:t>publications</a:t>
            </a:r>
            <a:r>
              <a:rPr lang="it-IT">
                <a:ea typeface="+mn-lt"/>
                <a:cs typeface="+mn-lt"/>
              </a:rPr>
              <a:t> (books, papers, reports, </a:t>
            </a:r>
            <a:r>
              <a:rPr lang="it-IT" err="1">
                <a:ea typeface="+mn-lt"/>
                <a:cs typeface="+mn-lt"/>
              </a:rPr>
              <a:t>videos</a:t>
            </a:r>
            <a:r>
              <a:rPr lang="it-IT">
                <a:ea typeface="+mn-lt"/>
                <a:cs typeface="+mn-lt"/>
              </a:rPr>
              <a:t>…) in a collaborative way. </a:t>
            </a:r>
            <a:r>
              <a:rPr lang="it-IT" err="1">
                <a:ea typeface="+mn-lt"/>
                <a:cs typeface="+mn-lt"/>
              </a:rPr>
              <a:t>PubCoReader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should</a:t>
            </a:r>
            <a:r>
              <a:rPr lang="it-IT">
                <a:ea typeface="+mn-lt"/>
                <a:cs typeface="+mn-lt"/>
              </a:rPr>
              <a:t> support the </a:t>
            </a:r>
            <a:r>
              <a:rPr lang="it-IT" err="1">
                <a:ea typeface="+mn-lt"/>
                <a:cs typeface="+mn-lt"/>
              </a:rPr>
              <a:t>creation</a:t>
            </a:r>
            <a:r>
              <a:rPr lang="it-IT">
                <a:ea typeface="+mn-lt"/>
                <a:cs typeface="+mn-lt"/>
              </a:rPr>
              <a:t> of multiple groups of readers </a:t>
            </a:r>
            <a:r>
              <a:rPr lang="it-IT" err="1">
                <a:ea typeface="+mn-lt"/>
                <a:cs typeface="+mn-lt"/>
              </a:rPr>
              <a:t>that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read</a:t>
            </a:r>
            <a:r>
              <a:rPr lang="it-IT">
                <a:ea typeface="+mn-lt"/>
                <a:cs typeface="+mn-lt"/>
              </a:rPr>
              <a:t> the </a:t>
            </a:r>
            <a:r>
              <a:rPr lang="it-IT" err="1">
                <a:ea typeface="+mn-lt"/>
                <a:cs typeface="+mn-lt"/>
              </a:rPr>
              <a:t>same</a:t>
            </a:r>
            <a:r>
              <a:rPr lang="it-IT">
                <a:ea typeface="+mn-lt"/>
                <a:cs typeface="+mn-lt"/>
              </a:rPr>
              <a:t> or </a:t>
            </a:r>
            <a:r>
              <a:rPr lang="it-IT" err="1">
                <a:ea typeface="+mn-lt"/>
                <a:cs typeface="+mn-lt"/>
              </a:rPr>
              <a:t>different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publications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independently</a:t>
            </a:r>
            <a:r>
              <a:rPr lang="it-IT">
                <a:ea typeface="+mn-lt"/>
                <a:cs typeface="+mn-lt"/>
              </a:rPr>
              <a:t> one from the </a:t>
            </a:r>
            <a:r>
              <a:rPr lang="it-IT" err="1">
                <a:ea typeface="+mn-lt"/>
                <a:cs typeface="+mn-lt"/>
              </a:rPr>
              <a:t>other</a:t>
            </a:r>
            <a:r>
              <a:rPr lang="it-IT">
                <a:ea typeface="+mn-lt"/>
                <a:cs typeface="+mn-lt"/>
              </a:rPr>
              <a:t>. Group </a:t>
            </a:r>
            <a:r>
              <a:rPr lang="it-IT" err="1">
                <a:ea typeface="+mn-lt"/>
                <a:cs typeface="+mn-lt"/>
              </a:rPr>
              <a:t>members</a:t>
            </a:r>
            <a:r>
              <a:rPr lang="it-IT">
                <a:ea typeface="+mn-lt"/>
                <a:cs typeface="+mn-lt"/>
              </a:rPr>
              <a:t> collaborate online.  </a:t>
            </a:r>
            <a:endParaRPr lang="it-IT">
              <a:cs typeface="Calibri" panose="020F0502020204030204"/>
            </a:endParaRPr>
          </a:p>
          <a:p>
            <a:r>
              <a:rPr lang="it-IT">
                <a:ea typeface="+mn-lt"/>
                <a:cs typeface="+mn-lt"/>
              </a:rPr>
              <a:t>For </a:t>
            </a:r>
            <a:r>
              <a:rPr lang="it-IT" err="1">
                <a:ea typeface="+mn-lt"/>
                <a:cs typeface="+mn-lt"/>
              </a:rPr>
              <a:t>instance</a:t>
            </a:r>
            <a:r>
              <a:rPr lang="it-IT">
                <a:ea typeface="+mn-lt"/>
                <a:cs typeface="+mn-lt"/>
              </a:rPr>
              <a:t>, </a:t>
            </a:r>
            <a:r>
              <a:rPr lang="it-IT" err="1">
                <a:ea typeface="+mn-lt"/>
                <a:cs typeface="+mn-lt"/>
              </a:rPr>
              <a:t>at</a:t>
            </a:r>
            <a:r>
              <a:rPr lang="it-IT">
                <a:ea typeface="+mn-lt"/>
                <a:cs typeface="+mn-lt"/>
              </a:rPr>
              <a:t> a </a:t>
            </a:r>
            <a:r>
              <a:rPr lang="it-IT" err="1">
                <a:ea typeface="+mn-lt"/>
                <a:cs typeface="+mn-lt"/>
              </a:rPr>
              <a:t>certain</a:t>
            </a:r>
            <a:r>
              <a:rPr lang="it-IT">
                <a:ea typeface="+mn-lt"/>
                <a:cs typeface="+mn-lt"/>
              </a:rPr>
              <a:t> point in time, </a:t>
            </a:r>
            <a:r>
              <a:rPr lang="it-IT" err="1">
                <a:ea typeface="+mn-lt"/>
                <a:cs typeface="+mn-lt"/>
              </a:rPr>
              <a:t>we</a:t>
            </a:r>
            <a:r>
              <a:rPr lang="it-IT">
                <a:ea typeface="+mn-lt"/>
                <a:cs typeface="+mn-lt"/>
              </a:rPr>
              <a:t> can </a:t>
            </a:r>
            <a:r>
              <a:rPr lang="it-IT" err="1">
                <a:ea typeface="+mn-lt"/>
                <a:cs typeface="+mn-lt"/>
              </a:rPr>
              <a:t>observe</a:t>
            </a:r>
            <a:r>
              <a:rPr lang="it-IT">
                <a:ea typeface="+mn-lt"/>
                <a:cs typeface="+mn-lt"/>
              </a:rPr>
              <a:t> the following scenario, </a:t>
            </a:r>
            <a:r>
              <a:rPr lang="it-IT" err="1">
                <a:ea typeface="+mn-lt"/>
                <a:cs typeface="+mn-lt"/>
              </a:rPr>
              <a:t>where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three</a:t>
            </a:r>
            <a:r>
              <a:rPr lang="it-IT">
                <a:ea typeface="+mn-lt"/>
                <a:cs typeface="+mn-lt"/>
              </a:rPr>
              <a:t> groups of </a:t>
            </a:r>
            <a:r>
              <a:rPr lang="it-IT" err="1">
                <a:ea typeface="+mn-lt"/>
                <a:cs typeface="+mn-lt"/>
              </a:rPr>
              <a:t>students</a:t>
            </a:r>
            <a:r>
              <a:rPr lang="it-IT">
                <a:ea typeface="+mn-lt"/>
                <a:cs typeface="+mn-lt"/>
              </a:rPr>
              <a:t> are </a:t>
            </a:r>
            <a:r>
              <a:rPr lang="it-IT" err="1">
                <a:ea typeface="+mn-lt"/>
                <a:cs typeface="+mn-lt"/>
              </a:rPr>
              <a:t>using</a:t>
            </a:r>
            <a:r>
              <a:rPr lang="it-IT">
                <a:ea typeface="+mn-lt"/>
                <a:cs typeface="+mn-lt"/>
              </a:rPr>
              <a:t> the system.  </a:t>
            </a:r>
            <a:endParaRPr lang="it-IT">
              <a:cs typeface="Calibri" panose="020F0502020204030204"/>
            </a:endParaRPr>
          </a:p>
          <a:p>
            <a:r>
              <a:rPr lang="it-IT">
                <a:ea typeface="+mn-lt"/>
                <a:cs typeface="+mn-lt"/>
              </a:rPr>
              <a:t>Group 1 </a:t>
            </a:r>
            <a:r>
              <a:rPr lang="it-IT" err="1">
                <a:ea typeface="+mn-lt"/>
                <a:cs typeface="+mn-lt"/>
              </a:rPr>
              <a:t>is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studying</a:t>
            </a:r>
            <a:r>
              <a:rPr lang="it-IT">
                <a:ea typeface="+mn-lt"/>
                <a:cs typeface="+mn-lt"/>
              </a:rPr>
              <a:t> the book </a:t>
            </a:r>
            <a:r>
              <a:rPr lang="it-IT" err="1">
                <a:ea typeface="+mn-lt"/>
                <a:cs typeface="+mn-lt"/>
              </a:rPr>
              <a:t>titled</a:t>
            </a:r>
            <a:r>
              <a:rPr lang="it-IT">
                <a:ea typeface="+mn-lt"/>
                <a:cs typeface="+mn-lt"/>
              </a:rPr>
              <a:t> “Software </a:t>
            </a:r>
            <a:r>
              <a:rPr lang="it-IT" err="1">
                <a:ea typeface="+mn-lt"/>
                <a:cs typeface="+mn-lt"/>
              </a:rPr>
              <a:t>Architectures</a:t>
            </a:r>
            <a:r>
              <a:rPr lang="it-IT">
                <a:ea typeface="+mn-lt"/>
                <a:cs typeface="+mn-lt"/>
              </a:rPr>
              <a:t>” and </a:t>
            </a:r>
            <a:r>
              <a:rPr lang="it-IT" err="1">
                <a:ea typeface="+mn-lt"/>
                <a:cs typeface="+mn-lt"/>
              </a:rPr>
              <a:t>is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currently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annotating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Chapter</a:t>
            </a:r>
            <a:r>
              <a:rPr lang="it-IT">
                <a:ea typeface="+mn-lt"/>
                <a:cs typeface="+mn-lt"/>
              </a:rPr>
              <a:t> 2 by </a:t>
            </a:r>
            <a:r>
              <a:rPr lang="it-IT" err="1">
                <a:ea typeface="+mn-lt"/>
                <a:cs typeface="+mn-lt"/>
              </a:rPr>
              <a:t>complementing</a:t>
            </a:r>
            <a:r>
              <a:rPr lang="it-IT">
                <a:ea typeface="+mn-lt"/>
                <a:cs typeface="+mn-lt"/>
              </a:rPr>
              <a:t> the book </a:t>
            </a:r>
            <a:r>
              <a:rPr lang="it-IT" err="1">
                <a:ea typeface="+mn-lt"/>
                <a:cs typeface="+mn-lt"/>
              </a:rPr>
              <a:t>content</a:t>
            </a:r>
            <a:r>
              <a:rPr lang="it-IT">
                <a:ea typeface="+mn-lt"/>
                <a:cs typeface="+mn-lt"/>
              </a:rPr>
              <a:t> with a picture from the </a:t>
            </a:r>
            <a:r>
              <a:rPr lang="it-IT" err="1">
                <a:ea typeface="+mn-lt"/>
                <a:cs typeface="+mn-lt"/>
              </a:rPr>
              <a:t>lecture</a:t>
            </a:r>
            <a:r>
              <a:rPr lang="it-IT">
                <a:ea typeface="+mn-lt"/>
                <a:cs typeface="+mn-lt"/>
              </a:rPr>
              <a:t> slides and some </a:t>
            </a:r>
            <a:r>
              <a:rPr lang="it-IT" err="1">
                <a:ea typeface="+mn-lt"/>
                <a:cs typeface="+mn-lt"/>
              </a:rPr>
              <a:t>textual</a:t>
            </a:r>
            <a:r>
              <a:rPr lang="it-IT">
                <a:ea typeface="+mn-lt"/>
                <a:cs typeface="+mn-lt"/>
              </a:rPr>
              <a:t> notes. </a:t>
            </a:r>
            <a:r>
              <a:rPr lang="it-IT" err="1">
                <a:ea typeface="+mn-lt"/>
                <a:cs typeface="+mn-lt"/>
              </a:rPr>
              <a:t>Each</a:t>
            </a:r>
            <a:r>
              <a:rPr lang="it-IT">
                <a:ea typeface="+mn-lt"/>
                <a:cs typeface="+mn-lt"/>
              </a:rPr>
              <a:t> group </a:t>
            </a:r>
            <a:r>
              <a:rPr lang="it-IT" err="1">
                <a:ea typeface="+mn-lt"/>
                <a:cs typeface="+mn-lt"/>
              </a:rPr>
              <a:t>member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sees</a:t>
            </a:r>
            <a:r>
              <a:rPr lang="it-IT">
                <a:ea typeface="+mn-lt"/>
                <a:cs typeface="+mn-lt"/>
              </a:rPr>
              <a:t> the </a:t>
            </a:r>
            <a:r>
              <a:rPr lang="it-IT" err="1">
                <a:ea typeface="+mn-lt"/>
                <a:cs typeface="+mn-lt"/>
              </a:rPr>
              <a:t>same</a:t>
            </a:r>
            <a:r>
              <a:rPr lang="it-IT">
                <a:ea typeface="+mn-lt"/>
                <a:cs typeface="+mn-lt"/>
              </a:rPr>
              <a:t> book page and the </a:t>
            </a:r>
            <a:r>
              <a:rPr lang="it-IT" err="1">
                <a:ea typeface="+mn-lt"/>
                <a:cs typeface="+mn-lt"/>
              </a:rPr>
              <a:t>identity</a:t>
            </a:r>
            <a:r>
              <a:rPr lang="it-IT">
                <a:ea typeface="+mn-lt"/>
                <a:cs typeface="+mn-lt"/>
              </a:rPr>
              <a:t> of the group mate </a:t>
            </a:r>
            <a:r>
              <a:rPr lang="it-IT" err="1">
                <a:ea typeface="+mn-lt"/>
                <a:cs typeface="+mn-lt"/>
              </a:rPr>
              <a:t>that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has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added</a:t>
            </a:r>
            <a:r>
              <a:rPr lang="it-IT">
                <a:ea typeface="+mn-lt"/>
                <a:cs typeface="+mn-lt"/>
              </a:rPr>
              <a:t> an </a:t>
            </a:r>
            <a:r>
              <a:rPr lang="it-IT" err="1">
                <a:ea typeface="+mn-lt"/>
                <a:cs typeface="+mn-lt"/>
              </a:rPr>
              <a:t>annotation</a:t>
            </a:r>
            <a:r>
              <a:rPr lang="it-IT">
                <a:ea typeface="+mn-lt"/>
                <a:cs typeface="+mn-lt"/>
              </a:rPr>
              <a:t> to the book, </a:t>
            </a:r>
            <a:r>
              <a:rPr lang="it-IT" err="1">
                <a:ea typeface="+mn-lt"/>
                <a:cs typeface="+mn-lt"/>
              </a:rPr>
              <a:t>as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well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as</a:t>
            </a:r>
            <a:r>
              <a:rPr lang="it-IT">
                <a:ea typeface="+mn-lt"/>
                <a:cs typeface="+mn-lt"/>
              </a:rPr>
              <a:t> the </a:t>
            </a:r>
            <a:r>
              <a:rPr lang="it-IT" err="1">
                <a:ea typeface="+mn-lt"/>
                <a:cs typeface="+mn-lt"/>
              </a:rPr>
              <a:t>exact</a:t>
            </a:r>
            <a:r>
              <a:rPr lang="it-IT">
                <a:ea typeface="+mn-lt"/>
                <a:cs typeface="+mn-lt"/>
              </a:rPr>
              <a:t> position </a:t>
            </a:r>
            <a:r>
              <a:rPr lang="it-IT" err="1">
                <a:ea typeface="+mn-lt"/>
                <a:cs typeface="+mn-lt"/>
              </a:rPr>
              <a:t>where</a:t>
            </a:r>
            <a:r>
              <a:rPr lang="it-IT">
                <a:ea typeface="+mn-lt"/>
                <a:cs typeface="+mn-lt"/>
              </a:rPr>
              <a:t> the </a:t>
            </a:r>
            <a:r>
              <a:rPr lang="it-IT" err="1">
                <a:ea typeface="+mn-lt"/>
                <a:cs typeface="+mn-lt"/>
              </a:rPr>
              <a:t>annotation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has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been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added</a:t>
            </a:r>
            <a:r>
              <a:rPr lang="it-IT">
                <a:ea typeface="+mn-lt"/>
                <a:cs typeface="+mn-lt"/>
              </a:rPr>
              <a:t>.  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D603577-28ED-8829-E014-C74295EE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40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108018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A9DCB6-2260-0911-AC78-E9946EBA4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ea typeface="+mj-lt"/>
                <a:cs typeface="+mj-lt"/>
              </a:rPr>
              <a:t>Integration Testing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6CC712-6866-421D-6679-A6E9CA0E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it-IT">
                <a:ea typeface="+mn-lt"/>
                <a:cs typeface="+mn-lt"/>
              </a:rPr>
              <a:t>Group 2 </a:t>
            </a:r>
            <a:r>
              <a:rPr lang="it-IT" err="1">
                <a:ea typeface="+mn-lt"/>
                <a:cs typeface="+mn-lt"/>
              </a:rPr>
              <a:t>is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watching</a:t>
            </a:r>
            <a:r>
              <a:rPr lang="it-IT">
                <a:ea typeface="+mn-lt"/>
                <a:cs typeface="+mn-lt"/>
              </a:rPr>
              <a:t> the video of the </a:t>
            </a:r>
            <a:r>
              <a:rPr lang="it-IT" err="1">
                <a:ea typeface="+mn-lt"/>
                <a:cs typeface="+mn-lt"/>
              </a:rPr>
              <a:t>latest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lecture</a:t>
            </a:r>
            <a:r>
              <a:rPr lang="it-IT">
                <a:ea typeface="+mn-lt"/>
                <a:cs typeface="+mn-lt"/>
              </a:rPr>
              <a:t> in the </a:t>
            </a:r>
            <a:r>
              <a:rPr lang="it-IT" err="1">
                <a:ea typeface="+mn-lt"/>
                <a:cs typeface="+mn-lt"/>
              </a:rPr>
              <a:t>course</a:t>
            </a:r>
            <a:r>
              <a:rPr lang="it-IT">
                <a:ea typeface="+mn-lt"/>
                <a:cs typeface="+mn-lt"/>
              </a:rPr>
              <a:t>. The group </a:t>
            </a:r>
            <a:r>
              <a:rPr lang="it-IT" err="1">
                <a:ea typeface="+mn-lt"/>
                <a:cs typeface="+mn-lt"/>
              </a:rPr>
              <a:t>members</a:t>
            </a:r>
            <a:r>
              <a:rPr lang="it-IT">
                <a:ea typeface="+mn-lt"/>
                <a:cs typeface="+mn-lt"/>
              </a:rPr>
              <a:t> are </a:t>
            </a:r>
            <a:r>
              <a:rPr lang="it-IT" err="1">
                <a:ea typeface="+mn-lt"/>
                <a:cs typeface="+mn-lt"/>
              </a:rPr>
              <a:t>discussing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through</a:t>
            </a:r>
            <a:r>
              <a:rPr lang="it-IT">
                <a:ea typeface="+mn-lt"/>
                <a:cs typeface="+mn-lt"/>
              </a:rPr>
              <a:t> the chat </a:t>
            </a:r>
            <a:r>
              <a:rPr lang="it-IT" err="1">
                <a:ea typeface="+mn-lt"/>
                <a:cs typeface="+mn-lt"/>
              </a:rPr>
              <a:t>implemented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as</a:t>
            </a:r>
            <a:r>
              <a:rPr lang="it-IT">
                <a:ea typeface="+mn-lt"/>
                <a:cs typeface="+mn-lt"/>
              </a:rPr>
              <a:t> part of </a:t>
            </a:r>
            <a:r>
              <a:rPr lang="it-IT" err="1">
                <a:ea typeface="+mn-lt"/>
                <a:cs typeface="+mn-lt"/>
              </a:rPr>
              <a:t>PubCoReader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about</a:t>
            </a:r>
            <a:r>
              <a:rPr lang="it-IT">
                <a:ea typeface="+mn-lt"/>
                <a:cs typeface="+mn-lt"/>
              </a:rPr>
              <a:t> a point </a:t>
            </a:r>
            <a:r>
              <a:rPr lang="it-IT" err="1">
                <a:ea typeface="+mn-lt"/>
                <a:cs typeface="+mn-lt"/>
              </a:rPr>
              <a:t>that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is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not</a:t>
            </a:r>
            <a:r>
              <a:rPr lang="it-IT">
                <a:ea typeface="+mn-lt"/>
                <a:cs typeface="+mn-lt"/>
              </a:rPr>
              <a:t> clear to </a:t>
            </a:r>
            <a:r>
              <a:rPr lang="it-IT" err="1">
                <a:ea typeface="+mn-lt"/>
                <a:cs typeface="+mn-lt"/>
              </a:rPr>
              <a:t>any</a:t>
            </a:r>
            <a:r>
              <a:rPr lang="it-IT">
                <a:ea typeface="+mn-lt"/>
                <a:cs typeface="+mn-lt"/>
              </a:rPr>
              <a:t> of </a:t>
            </a:r>
            <a:r>
              <a:rPr lang="it-IT" err="1">
                <a:ea typeface="+mn-lt"/>
                <a:cs typeface="+mn-lt"/>
              </a:rPr>
              <a:t>them</a:t>
            </a:r>
            <a:r>
              <a:rPr lang="it-IT">
                <a:ea typeface="+mn-lt"/>
                <a:cs typeface="+mn-lt"/>
              </a:rPr>
              <a:t> and </a:t>
            </a:r>
            <a:r>
              <a:rPr lang="it-IT" err="1">
                <a:ea typeface="+mn-lt"/>
                <a:cs typeface="+mn-lt"/>
              </a:rPr>
              <a:t>add</a:t>
            </a:r>
            <a:r>
              <a:rPr lang="it-IT">
                <a:ea typeface="+mn-lt"/>
                <a:cs typeface="+mn-lt"/>
              </a:rPr>
              <a:t> the following </a:t>
            </a:r>
            <a:r>
              <a:rPr lang="it-IT" err="1">
                <a:ea typeface="+mn-lt"/>
                <a:cs typeface="+mn-lt"/>
              </a:rPr>
              <a:t>annotation</a:t>
            </a:r>
            <a:r>
              <a:rPr lang="it-IT">
                <a:ea typeface="+mn-lt"/>
                <a:cs typeface="+mn-lt"/>
              </a:rPr>
              <a:t> to the </a:t>
            </a:r>
            <a:r>
              <a:rPr lang="it-IT" err="1">
                <a:ea typeface="+mn-lt"/>
                <a:cs typeface="+mn-lt"/>
              </a:rPr>
              <a:t>specific</a:t>
            </a:r>
            <a:r>
              <a:rPr lang="it-IT">
                <a:ea typeface="+mn-lt"/>
                <a:cs typeface="+mn-lt"/>
              </a:rPr>
              <a:t> point under </a:t>
            </a:r>
            <a:r>
              <a:rPr lang="it-IT" err="1">
                <a:ea typeface="+mn-lt"/>
                <a:cs typeface="+mn-lt"/>
              </a:rPr>
              <a:t>discussion</a:t>
            </a:r>
            <a:r>
              <a:rPr lang="it-IT">
                <a:ea typeface="+mn-lt"/>
                <a:cs typeface="+mn-lt"/>
              </a:rPr>
              <a:t> “@professor: </a:t>
            </a:r>
            <a:r>
              <a:rPr lang="it-IT" err="1">
                <a:ea typeface="+mn-lt"/>
                <a:cs typeface="+mn-lt"/>
              </a:rPr>
              <a:t>please</a:t>
            </a:r>
            <a:r>
              <a:rPr lang="it-IT">
                <a:ea typeface="+mn-lt"/>
                <a:cs typeface="+mn-lt"/>
              </a:rPr>
              <a:t> help </a:t>
            </a:r>
            <a:r>
              <a:rPr lang="it-IT" err="1">
                <a:ea typeface="+mn-lt"/>
                <a:cs typeface="+mn-lt"/>
              </a:rPr>
              <a:t>us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understand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this</a:t>
            </a:r>
            <a:r>
              <a:rPr lang="it-IT">
                <a:ea typeface="+mn-lt"/>
                <a:cs typeface="+mn-lt"/>
              </a:rPr>
              <a:t> point”.  </a:t>
            </a:r>
            <a:endParaRPr lang="it-IT">
              <a:cs typeface="Calibri" panose="020F0502020204030204"/>
            </a:endParaRPr>
          </a:p>
          <a:p>
            <a:r>
              <a:rPr lang="it-IT">
                <a:ea typeface="+mn-lt"/>
                <a:cs typeface="+mn-lt"/>
              </a:rPr>
              <a:t>Group 3 </a:t>
            </a:r>
            <a:r>
              <a:rPr lang="it-IT" err="1">
                <a:ea typeface="+mn-lt"/>
                <a:cs typeface="+mn-lt"/>
              </a:rPr>
              <a:t>has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run</a:t>
            </a:r>
            <a:r>
              <a:rPr lang="it-IT">
                <a:ea typeface="+mn-lt"/>
                <a:cs typeface="+mn-lt"/>
              </a:rPr>
              <a:t> the “</a:t>
            </a:r>
            <a:r>
              <a:rPr lang="it-IT" err="1">
                <a:ea typeface="+mn-lt"/>
                <a:cs typeface="+mn-lt"/>
              </a:rPr>
              <a:t>translate</a:t>
            </a:r>
            <a:r>
              <a:rPr lang="it-IT">
                <a:ea typeface="+mn-lt"/>
                <a:cs typeface="+mn-lt"/>
              </a:rPr>
              <a:t> to audio” feature on </a:t>
            </a:r>
            <a:r>
              <a:rPr lang="it-IT" err="1">
                <a:ea typeface="+mn-lt"/>
                <a:cs typeface="+mn-lt"/>
              </a:rPr>
              <a:t>Chapter</a:t>
            </a:r>
            <a:r>
              <a:rPr lang="it-IT">
                <a:ea typeface="+mn-lt"/>
                <a:cs typeface="+mn-lt"/>
              </a:rPr>
              <a:t> 3 of the “Software </a:t>
            </a:r>
            <a:r>
              <a:rPr lang="it-IT" err="1">
                <a:ea typeface="+mn-lt"/>
                <a:cs typeface="+mn-lt"/>
              </a:rPr>
              <a:t>Architectures</a:t>
            </a:r>
            <a:r>
              <a:rPr lang="it-IT">
                <a:ea typeface="+mn-lt"/>
                <a:cs typeface="+mn-lt"/>
              </a:rPr>
              <a:t>” book and </a:t>
            </a:r>
            <a:r>
              <a:rPr lang="it-IT" err="1">
                <a:ea typeface="+mn-lt"/>
                <a:cs typeface="+mn-lt"/>
              </a:rPr>
              <a:t>is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currently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listening</a:t>
            </a:r>
            <a:r>
              <a:rPr lang="it-IT">
                <a:ea typeface="+mn-lt"/>
                <a:cs typeface="+mn-lt"/>
              </a:rPr>
              <a:t> to the </a:t>
            </a:r>
            <a:r>
              <a:rPr lang="it-IT" err="1">
                <a:ea typeface="+mn-lt"/>
                <a:cs typeface="+mn-lt"/>
              </a:rPr>
              <a:t>generated</a:t>
            </a:r>
            <a:r>
              <a:rPr lang="it-IT">
                <a:ea typeface="+mn-lt"/>
                <a:cs typeface="+mn-lt"/>
              </a:rPr>
              <a:t> audio. </a:t>
            </a:r>
            <a:r>
              <a:rPr lang="it-IT" err="1">
                <a:ea typeface="+mn-lt"/>
                <a:cs typeface="+mn-lt"/>
              </a:rPr>
              <a:t>Each</a:t>
            </a:r>
            <a:r>
              <a:rPr lang="it-IT">
                <a:ea typeface="+mn-lt"/>
                <a:cs typeface="+mn-lt"/>
              </a:rPr>
              <a:t> time a group </a:t>
            </a:r>
            <a:r>
              <a:rPr lang="it-IT" err="1">
                <a:ea typeface="+mn-lt"/>
                <a:cs typeface="+mn-lt"/>
              </a:rPr>
              <a:t>member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stops</a:t>
            </a:r>
            <a:r>
              <a:rPr lang="it-IT">
                <a:ea typeface="+mn-lt"/>
                <a:cs typeface="+mn-lt"/>
              </a:rPr>
              <a:t> the audio and </a:t>
            </a:r>
            <a:r>
              <a:rPr lang="it-IT" err="1">
                <a:ea typeface="+mn-lt"/>
                <a:cs typeface="+mn-lt"/>
              </a:rPr>
              <a:t>inserts</a:t>
            </a:r>
            <a:r>
              <a:rPr lang="it-IT">
                <a:ea typeface="+mn-lt"/>
                <a:cs typeface="+mn-lt"/>
              </a:rPr>
              <a:t> an </a:t>
            </a:r>
            <a:r>
              <a:rPr lang="it-IT" err="1">
                <a:ea typeface="+mn-lt"/>
                <a:cs typeface="+mn-lt"/>
              </a:rPr>
              <a:t>annotation</a:t>
            </a:r>
            <a:r>
              <a:rPr lang="it-IT">
                <a:ea typeface="+mn-lt"/>
                <a:cs typeface="+mn-lt"/>
              </a:rPr>
              <a:t>, </a:t>
            </a:r>
            <a:r>
              <a:rPr lang="it-IT" err="1">
                <a:ea typeface="+mn-lt"/>
                <a:cs typeface="+mn-lt"/>
              </a:rPr>
              <a:t>this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is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associated</a:t>
            </a:r>
            <a:r>
              <a:rPr lang="it-IT">
                <a:ea typeface="+mn-lt"/>
                <a:cs typeface="+mn-lt"/>
              </a:rPr>
              <a:t> with the </a:t>
            </a:r>
            <a:r>
              <a:rPr lang="it-IT" err="1">
                <a:ea typeface="+mn-lt"/>
                <a:cs typeface="+mn-lt"/>
              </a:rPr>
              <a:t>corresponding</a:t>
            </a:r>
            <a:r>
              <a:rPr lang="it-IT">
                <a:ea typeface="+mn-lt"/>
                <a:cs typeface="+mn-lt"/>
              </a:rPr>
              <a:t> part of text in the book.  </a:t>
            </a:r>
            <a:endParaRPr lang="it-IT">
              <a:cs typeface="Calibri" panose="020F0502020204030204"/>
            </a:endParaRPr>
          </a:p>
          <a:p>
            <a:r>
              <a:rPr lang="it-IT">
                <a:ea typeface="+mn-lt"/>
                <a:cs typeface="+mn-lt"/>
              </a:rPr>
              <a:t>Two professors are monitoring the </a:t>
            </a:r>
            <a:r>
              <a:rPr lang="it-IT" err="1">
                <a:ea typeface="+mn-lt"/>
                <a:cs typeface="+mn-lt"/>
              </a:rPr>
              <a:t>students</a:t>
            </a:r>
            <a:r>
              <a:rPr lang="it-IT">
                <a:ea typeface="+mn-lt"/>
                <a:cs typeface="+mn-lt"/>
              </a:rPr>
              <a:t>’ activities. One of </a:t>
            </a:r>
            <a:r>
              <a:rPr lang="it-IT" err="1">
                <a:ea typeface="+mn-lt"/>
                <a:cs typeface="+mn-lt"/>
              </a:rPr>
              <a:t>them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notices</a:t>
            </a:r>
            <a:r>
              <a:rPr lang="it-IT">
                <a:ea typeface="+mn-lt"/>
                <a:cs typeface="+mn-lt"/>
              </a:rPr>
              <a:t> the @professor </a:t>
            </a:r>
            <a:r>
              <a:rPr lang="it-IT" err="1">
                <a:ea typeface="+mn-lt"/>
                <a:cs typeface="+mn-lt"/>
              </a:rPr>
              <a:t>message</a:t>
            </a:r>
            <a:r>
              <a:rPr lang="it-IT">
                <a:ea typeface="+mn-lt"/>
                <a:cs typeface="+mn-lt"/>
              </a:rPr>
              <a:t> and </a:t>
            </a:r>
            <a:r>
              <a:rPr lang="it-IT" err="1">
                <a:ea typeface="+mn-lt"/>
                <a:cs typeface="+mn-lt"/>
              </a:rPr>
              <a:t>temporarily</a:t>
            </a:r>
            <a:r>
              <a:rPr lang="it-IT">
                <a:ea typeface="+mn-lt"/>
                <a:cs typeface="+mn-lt"/>
              </a:rPr>
              <a:t> joins the </a:t>
            </a:r>
            <a:r>
              <a:rPr lang="it-IT" err="1">
                <a:ea typeface="+mn-lt"/>
                <a:cs typeface="+mn-lt"/>
              </a:rPr>
              <a:t>corresponding</a:t>
            </a:r>
            <a:r>
              <a:rPr lang="it-IT">
                <a:ea typeface="+mn-lt"/>
                <a:cs typeface="+mn-lt"/>
              </a:rPr>
              <a:t> group to </a:t>
            </a:r>
            <a:r>
              <a:rPr lang="it-IT" err="1">
                <a:ea typeface="+mn-lt"/>
                <a:cs typeface="+mn-lt"/>
              </a:rPr>
              <a:t>discuss</a:t>
            </a:r>
            <a:r>
              <a:rPr lang="it-IT">
                <a:ea typeface="+mn-lt"/>
                <a:cs typeface="+mn-lt"/>
              </a:rPr>
              <a:t> the misunderstanding with </a:t>
            </a:r>
            <a:r>
              <a:rPr lang="it-IT" err="1">
                <a:ea typeface="+mn-lt"/>
                <a:cs typeface="+mn-lt"/>
              </a:rPr>
              <a:t>them</a:t>
            </a:r>
            <a:r>
              <a:rPr lang="it-IT">
                <a:ea typeface="+mn-lt"/>
                <a:cs typeface="+mn-lt"/>
              </a:rPr>
              <a:t>.  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53BEC28-C13C-B3D9-2BE4-EDF9BF775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41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715425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290E21-A2ED-F558-BE4F-9483495E1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ea typeface="+mj-lt"/>
                <a:cs typeface="+mj-lt"/>
              </a:rPr>
              <a:t>Integration Testing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3814D2F-8676-0338-C79D-A80A45BFE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>
                <a:ea typeface="+mn-lt"/>
                <a:cs typeface="+mn-lt"/>
              </a:rPr>
              <a:t>The </a:t>
            </a:r>
            <a:r>
              <a:rPr lang="it-IT" err="1">
                <a:ea typeface="+mn-lt"/>
                <a:cs typeface="+mn-lt"/>
              </a:rPr>
              <a:t>development</a:t>
            </a:r>
            <a:r>
              <a:rPr lang="it-IT">
                <a:ea typeface="+mn-lt"/>
                <a:cs typeface="+mn-lt"/>
              </a:rPr>
              <a:t> team </a:t>
            </a:r>
            <a:r>
              <a:rPr lang="it-IT" err="1">
                <a:ea typeface="+mn-lt"/>
                <a:cs typeface="+mn-lt"/>
              </a:rPr>
              <a:t>has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defined</a:t>
            </a:r>
            <a:r>
              <a:rPr lang="it-IT">
                <a:ea typeface="+mn-lt"/>
                <a:cs typeface="+mn-lt"/>
              </a:rPr>
              <a:t> the following high </a:t>
            </a:r>
            <a:r>
              <a:rPr lang="it-IT" err="1">
                <a:ea typeface="+mn-lt"/>
                <a:cs typeface="+mn-lt"/>
              </a:rPr>
              <a:t>level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architecture</a:t>
            </a:r>
            <a:r>
              <a:rPr lang="it-IT">
                <a:ea typeface="+mn-lt"/>
                <a:cs typeface="+mn-lt"/>
              </a:rPr>
              <a:t> for </a:t>
            </a:r>
            <a:r>
              <a:rPr lang="it-IT" err="1">
                <a:ea typeface="+mn-lt"/>
                <a:cs typeface="+mn-lt"/>
              </a:rPr>
              <a:t>PubCoReader</a:t>
            </a:r>
            <a:r>
              <a:rPr lang="it-IT">
                <a:ea typeface="+mn-lt"/>
                <a:cs typeface="+mn-lt"/>
              </a:rPr>
              <a:t>.  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FDD0B27-5005-C2CC-26A1-2AFC4786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42</a:t>
            </a:fld>
            <a:endParaRPr lang="en-IT"/>
          </a:p>
        </p:txBody>
      </p:sp>
      <p:pic>
        <p:nvPicPr>
          <p:cNvPr id="6" name="Immagine 5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9AF2CAB8-8BF9-C54C-EECF-1DE0DFD86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018" y="2335867"/>
            <a:ext cx="6944846" cy="471879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44722C24-51DF-2E16-9F4D-8D31CE3C4BB6}"/>
              </a:ext>
            </a:extLst>
          </p:cNvPr>
          <p:cNvSpPr txBox="1"/>
          <p:nvPr/>
        </p:nvSpPr>
        <p:spPr>
          <a:xfrm>
            <a:off x="835959" y="3256429"/>
            <a:ext cx="378534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The interfaces offered by StudentApp and ProfessorApp are aiming at representing the features the two applications make available to the two users of PubCoReader, students and professors. </a:t>
            </a:r>
          </a:p>
        </p:txBody>
      </p:sp>
    </p:spTree>
    <p:extLst>
      <p:ext uri="{BB962C8B-B14F-4D97-AF65-F5344CB8AC3E}">
        <p14:creationId xmlns:p14="http://schemas.microsoft.com/office/powerpoint/2010/main" val="40666630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7A4906-6A07-84E9-444B-329D1B787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ea typeface="+mj-lt"/>
                <a:cs typeface="+mj-lt"/>
              </a:rPr>
              <a:t>Integration Testing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C4A744-2F56-4BD8-53D3-35FBE0A83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err="1">
                <a:ea typeface="+mn-lt"/>
                <a:cs typeface="+mn-lt"/>
              </a:rPr>
              <a:t>Define</a:t>
            </a:r>
            <a:r>
              <a:rPr lang="it-IT">
                <a:ea typeface="+mn-lt"/>
                <a:cs typeface="+mn-lt"/>
              </a:rPr>
              <a:t> an </a:t>
            </a:r>
            <a:r>
              <a:rPr lang="it-IT" err="1">
                <a:ea typeface="+mn-lt"/>
                <a:cs typeface="+mn-lt"/>
              </a:rPr>
              <a:t>integration</a:t>
            </a:r>
            <a:r>
              <a:rPr lang="it-IT">
                <a:ea typeface="+mn-lt"/>
                <a:cs typeface="+mn-lt"/>
              </a:rPr>
              <a:t> testing strategy </a:t>
            </a:r>
            <a:r>
              <a:rPr lang="it-IT" err="1">
                <a:ea typeface="+mn-lt"/>
                <a:cs typeface="+mn-lt"/>
              </a:rPr>
              <a:t>explaining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why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you</a:t>
            </a:r>
            <a:r>
              <a:rPr lang="it-IT">
                <a:ea typeface="+mn-lt"/>
                <a:cs typeface="+mn-lt"/>
              </a:rPr>
              <a:t> think </a:t>
            </a:r>
            <a:r>
              <a:rPr lang="it-IT" err="1">
                <a:ea typeface="+mn-lt"/>
                <a:cs typeface="+mn-lt"/>
              </a:rPr>
              <a:t>it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is</a:t>
            </a:r>
            <a:r>
              <a:rPr lang="it-IT">
                <a:ea typeface="+mn-lt"/>
                <a:cs typeface="+mn-lt"/>
              </a:rPr>
              <a:t> appropriate for the case </a:t>
            </a:r>
            <a:r>
              <a:rPr lang="it-IT" err="1">
                <a:ea typeface="+mn-lt"/>
                <a:cs typeface="+mn-lt"/>
              </a:rPr>
              <a:t>at</a:t>
            </a:r>
            <a:r>
              <a:rPr lang="it-IT">
                <a:ea typeface="+mn-lt"/>
                <a:cs typeface="+mn-lt"/>
              </a:rPr>
              <a:t> hand. </a:t>
            </a:r>
            <a:endParaRPr lang="it-IT">
              <a:latin typeface="Calibri"/>
              <a:cs typeface="Calibri"/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2F1D83F-FC7A-65BE-366B-BC033DB2B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43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419695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33D6C6-4EB7-950E-FCDF-872616645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ea typeface="+mj-lt"/>
                <a:cs typeface="+mj-lt"/>
              </a:rPr>
              <a:t>Integration Testing: Solution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653A307-58FB-9782-EF92-0523CA372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552" y="1511861"/>
            <a:ext cx="11468100" cy="306266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it-IT">
                <a:ea typeface="+mn-lt"/>
                <a:cs typeface="+mn-lt"/>
              </a:rPr>
              <a:t>The </a:t>
            </a:r>
            <a:r>
              <a:rPr lang="it-IT" err="1">
                <a:ea typeface="+mn-lt"/>
                <a:cs typeface="+mn-lt"/>
              </a:rPr>
              <a:t>integration</a:t>
            </a:r>
            <a:r>
              <a:rPr lang="it-IT">
                <a:ea typeface="+mn-lt"/>
                <a:cs typeface="+mn-lt"/>
              </a:rPr>
              <a:t> testing strategy </a:t>
            </a:r>
            <a:r>
              <a:rPr lang="it-IT" err="1">
                <a:ea typeface="+mn-lt"/>
                <a:cs typeface="+mn-lt"/>
              </a:rPr>
              <a:t>we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adopt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depends</a:t>
            </a:r>
            <a:r>
              <a:rPr lang="it-IT">
                <a:ea typeface="+mn-lt"/>
                <a:cs typeface="+mn-lt"/>
              </a:rPr>
              <a:t> on the </a:t>
            </a:r>
            <a:r>
              <a:rPr lang="it-IT" err="1">
                <a:ea typeface="+mn-lt"/>
                <a:cs typeface="+mn-lt"/>
              </a:rPr>
              <a:t>integration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sequence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we</a:t>
            </a:r>
            <a:r>
              <a:rPr lang="it-IT">
                <a:ea typeface="+mn-lt"/>
                <a:cs typeface="+mn-lt"/>
              </a:rPr>
              <a:t> plan to </a:t>
            </a:r>
            <a:r>
              <a:rPr lang="it-IT" err="1">
                <a:ea typeface="+mn-lt"/>
                <a:cs typeface="+mn-lt"/>
              </a:rPr>
              <a:t>execute</a:t>
            </a:r>
            <a:r>
              <a:rPr lang="it-IT">
                <a:ea typeface="+mn-lt"/>
                <a:cs typeface="+mn-lt"/>
              </a:rPr>
              <a:t>. </a:t>
            </a:r>
            <a:r>
              <a:rPr lang="it-IT" err="1">
                <a:ea typeface="+mn-lt"/>
                <a:cs typeface="+mn-lt"/>
              </a:rPr>
              <a:t>We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have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mentioned</a:t>
            </a:r>
            <a:r>
              <a:rPr lang="it-IT">
                <a:ea typeface="+mn-lt"/>
                <a:cs typeface="+mn-lt"/>
              </a:rPr>
              <a:t> the bottom-up, top-down, </a:t>
            </a:r>
            <a:r>
              <a:rPr lang="it-IT" err="1">
                <a:ea typeface="+mn-lt"/>
                <a:cs typeface="+mn-lt"/>
              </a:rPr>
              <a:t>thread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based</a:t>
            </a:r>
            <a:r>
              <a:rPr lang="it-IT">
                <a:ea typeface="+mn-lt"/>
                <a:cs typeface="+mn-lt"/>
              </a:rPr>
              <a:t>, and </a:t>
            </a:r>
            <a:r>
              <a:rPr lang="it-IT" err="1">
                <a:ea typeface="+mn-lt"/>
                <a:cs typeface="+mn-lt"/>
              </a:rPr>
              <a:t>critical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modules</a:t>
            </a:r>
            <a:r>
              <a:rPr lang="it-IT">
                <a:ea typeface="+mn-lt"/>
                <a:cs typeface="+mn-lt"/>
              </a:rPr>
              <a:t> strategies. </a:t>
            </a:r>
            <a:endParaRPr lang="it-IT">
              <a:cs typeface="Calibri" panose="020F0502020204030204"/>
            </a:endParaRPr>
          </a:p>
          <a:p>
            <a:r>
              <a:rPr lang="it-IT">
                <a:ea typeface="+mn-lt"/>
                <a:cs typeface="+mn-lt"/>
              </a:rPr>
              <a:t>In </a:t>
            </a:r>
            <a:r>
              <a:rPr lang="it-IT" err="1">
                <a:ea typeface="+mn-lt"/>
                <a:cs typeface="+mn-lt"/>
              </a:rPr>
              <a:t>this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particular</a:t>
            </a:r>
            <a:r>
              <a:rPr lang="it-IT">
                <a:ea typeface="+mn-lt"/>
                <a:cs typeface="+mn-lt"/>
              </a:rPr>
              <a:t> case, </a:t>
            </a:r>
            <a:r>
              <a:rPr lang="it-IT" err="1">
                <a:ea typeface="+mn-lt"/>
                <a:cs typeface="+mn-lt"/>
              </a:rPr>
              <a:t>applying</a:t>
            </a:r>
            <a:r>
              <a:rPr lang="it-IT">
                <a:ea typeface="+mn-lt"/>
                <a:cs typeface="+mn-lt"/>
              </a:rPr>
              <a:t> a bottom-up strategy </a:t>
            </a:r>
            <a:r>
              <a:rPr lang="it-IT" err="1">
                <a:ea typeface="+mn-lt"/>
                <a:cs typeface="+mn-lt"/>
              </a:rPr>
              <a:t>could</a:t>
            </a:r>
            <a:r>
              <a:rPr lang="it-IT">
                <a:ea typeface="+mn-lt"/>
                <a:cs typeface="+mn-lt"/>
              </a:rPr>
              <a:t> be the </a:t>
            </a:r>
            <a:r>
              <a:rPr lang="it-IT" err="1">
                <a:ea typeface="+mn-lt"/>
                <a:cs typeface="+mn-lt"/>
              </a:rPr>
              <a:t>simplest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approach</a:t>
            </a:r>
            <a:r>
              <a:rPr lang="it-IT">
                <a:ea typeface="+mn-lt"/>
                <a:cs typeface="+mn-lt"/>
              </a:rPr>
              <a:t>. </a:t>
            </a:r>
            <a:r>
              <a:rPr lang="it-IT" err="1">
                <a:ea typeface="+mn-lt"/>
                <a:cs typeface="+mn-lt"/>
              </a:rPr>
              <a:t>However</a:t>
            </a:r>
            <a:r>
              <a:rPr lang="it-IT">
                <a:ea typeface="+mn-lt"/>
                <a:cs typeface="+mn-lt"/>
              </a:rPr>
              <a:t>, </a:t>
            </a:r>
            <a:r>
              <a:rPr lang="it-IT" err="1">
                <a:ea typeface="+mn-lt"/>
                <a:cs typeface="+mn-lt"/>
              </a:rPr>
              <a:t>we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need</a:t>
            </a:r>
            <a:r>
              <a:rPr lang="it-IT">
                <a:ea typeface="+mn-lt"/>
                <a:cs typeface="+mn-lt"/>
              </a:rPr>
              <a:t> to </a:t>
            </a:r>
            <a:r>
              <a:rPr lang="it-IT" err="1">
                <a:ea typeface="+mn-lt"/>
                <a:cs typeface="+mn-lt"/>
              </a:rPr>
              <a:t>consider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that</a:t>
            </a:r>
            <a:r>
              <a:rPr lang="it-IT">
                <a:ea typeface="+mn-lt"/>
                <a:cs typeface="+mn-lt"/>
              </a:rPr>
              <a:t>, in </a:t>
            </a:r>
            <a:r>
              <a:rPr lang="it-IT" err="1">
                <a:ea typeface="+mn-lt"/>
                <a:cs typeface="+mn-lt"/>
              </a:rPr>
              <a:t>this</a:t>
            </a:r>
            <a:r>
              <a:rPr lang="it-IT">
                <a:ea typeface="+mn-lt"/>
                <a:cs typeface="+mn-lt"/>
              </a:rPr>
              <a:t> case, the </a:t>
            </a:r>
            <a:r>
              <a:rPr lang="it-IT" err="1">
                <a:ea typeface="+mn-lt"/>
                <a:cs typeface="+mn-lt"/>
              </a:rPr>
              <a:t>usage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relationships</a:t>
            </a:r>
            <a:r>
              <a:rPr lang="it-IT">
                <a:ea typeface="+mn-lt"/>
                <a:cs typeface="+mn-lt"/>
              </a:rPr>
              <a:t> lead to a </a:t>
            </a:r>
            <a:r>
              <a:rPr lang="it-IT" err="1">
                <a:ea typeface="+mn-lt"/>
                <a:cs typeface="+mn-lt"/>
              </a:rPr>
              <a:t>cycle</a:t>
            </a:r>
            <a:r>
              <a:rPr lang="it-IT">
                <a:ea typeface="+mn-lt"/>
                <a:cs typeface="+mn-lt"/>
              </a:rPr>
              <a:t> due to the </a:t>
            </a:r>
            <a:r>
              <a:rPr lang="it-IT" err="1">
                <a:ea typeface="+mn-lt"/>
                <a:cs typeface="+mn-lt"/>
              </a:rPr>
              <a:t>fact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that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NotificationManager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is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using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ProfessorApp</a:t>
            </a:r>
            <a:r>
              <a:rPr lang="it-IT">
                <a:ea typeface="+mn-lt"/>
                <a:cs typeface="+mn-lt"/>
              </a:rPr>
              <a:t> and </a:t>
            </a:r>
            <a:r>
              <a:rPr lang="it-IT" err="1">
                <a:ea typeface="+mn-lt"/>
                <a:cs typeface="+mn-lt"/>
              </a:rPr>
              <a:t>StudentApp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that</a:t>
            </a:r>
            <a:r>
              <a:rPr lang="it-IT">
                <a:ea typeface="+mn-lt"/>
                <a:cs typeface="+mn-lt"/>
              </a:rPr>
              <a:t>, for </a:t>
            </a:r>
            <a:r>
              <a:rPr lang="it-IT" err="1">
                <a:ea typeface="+mn-lt"/>
                <a:cs typeface="+mn-lt"/>
              </a:rPr>
              <a:t>all</a:t>
            </a:r>
            <a:r>
              <a:rPr lang="it-IT">
                <a:ea typeface="+mn-lt"/>
                <a:cs typeface="+mn-lt"/>
              </a:rPr>
              <a:t> the </a:t>
            </a:r>
            <a:r>
              <a:rPr lang="it-IT" err="1">
                <a:ea typeface="+mn-lt"/>
                <a:cs typeface="+mn-lt"/>
              </a:rPr>
              <a:t>other</a:t>
            </a:r>
            <a:r>
              <a:rPr lang="it-IT">
                <a:ea typeface="+mn-lt"/>
                <a:cs typeface="+mn-lt"/>
              </a:rPr>
              <a:t> features, are </a:t>
            </a:r>
            <a:r>
              <a:rPr lang="it-IT" err="1">
                <a:ea typeface="+mn-lt"/>
                <a:cs typeface="+mn-lt"/>
              </a:rPr>
              <a:t>actually</a:t>
            </a:r>
            <a:r>
              <a:rPr lang="it-IT">
                <a:ea typeface="+mn-lt"/>
                <a:cs typeface="+mn-lt"/>
              </a:rPr>
              <a:t> the top of the </a:t>
            </a:r>
            <a:r>
              <a:rPr lang="it-IT" err="1">
                <a:ea typeface="+mn-lt"/>
                <a:cs typeface="+mn-lt"/>
              </a:rPr>
              <a:t>usage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relationship</a:t>
            </a:r>
            <a:r>
              <a:rPr lang="it-IT">
                <a:ea typeface="+mn-lt"/>
                <a:cs typeface="+mn-lt"/>
              </a:rPr>
              <a:t> (</a:t>
            </a:r>
            <a:r>
              <a:rPr lang="it-IT" err="1">
                <a:ea typeface="+mn-lt"/>
                <a:cs typeface="+mn-lt"/>
              </a:rPr>
              <a:t>see</a:t>
            </a:r>
            <a:r>
              <a:rPr lang="it-IT">
                <a:ea typeface="+mn-lt"/>
                <a:cs typeface="+mn-lt"/>
              </a:rPr>
              <a:t> the </a:t>
            </a:r>
            <a:r>
              <a:rPr lang="it-IT" err="1">
                <a:ea typeface="+mn-lt"/>
                <a:cs typeface="+mn-lt"/>
              </a:rPr>
              <a:t>usage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relationships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representation</a:t>
            </a:r>
            <a:r>
              <a:rPr lang="it-IT">
                <a:ea typeface="+mn-lt"/>
                <a:cs typeface="+mn-lt"/>
              </a:rPr>
              <a:t> in the figure </a:t>
            </a:r>
            <a:r>
              <a:rPr lang="it-IT" err="1">
                <a:ea typeface="+mn-lt"/>
                <a:cs typeface="+mn-lt"/>
              </a:rPr>
              <a:t>below</a:t>
            </a:r>
            <a:r>
              <a:rPr lang="it-IT">
                <a:ea typeface="+mn-lt"/>
                <a:cs typeface="+mn-lt"/>
              </a:rPr>
              <a:t>). </a:t>
            </a: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F324567-58EC-303D-01B5-AF98D4288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44</a:t>
            </a:fld>
            <a:endParaRPr lang="en-IT"/>
          </a:p>
        </p:txBody>
      </p:sp>
      <p:pic>
        <p:nvPicPr>
          <p:cNvPr id="6" name="Immagine 5" descr="Immagine che contiene testo, schermata, Carattere, Elementi grafici&#10;&#10;Descrizione generata automaticamente">
            <a:extLst>
              <a:ext uri="{FF2B5EF4-FFF2-40B4-BE49-F238E27FC236}">
                <a16:creationId xmlns:a16="http://schemas.microsoft.com/office/drawing/2014/main" id="{C5059855-28BC-2308-2A98-E15C96E6C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144" y="4434448"/>
            <a:ext cx="5448300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1467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4A93C6-FE68-20B1-2060-005FF15C1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ea typeface="+mj-lt"/>
                <a:cs typeface="+mj-lt"/>
              </a:rPr>
              <a:t>Integration Testing: Solution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F531CD-9579-EF18-70AB-48C64D8CF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171" y="1825625"/>
            <a:ext cx="11535334" cy="45306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1600">
                <a:latin typeface="Calibri"/>
                <a:cs typeface="Times New Roman"/>
              </a:rPr>
              <a:t>So, we could proceed by excluding from the initial integration iteration the implementation of the </a:t>
            </a:r>
            <a:r>
              <a:rPr lang="en-US" sz="1600" err="1">
                <a:latin typeface="Calibri"/>
                <a:cs typeface="Times New Roman"/>
              </a:rPr>
              <a:t>NotificationHandler</a:t>
            </a:r>
            <a:r>
              <a:rPr lang="en-US" sz="1600">
                <a:latin typeface="Calibri"/>
                <a:cs typeface="Times New Roman"/>
              </a:rPr>
              <a:t> that could be replaced by a stub till the last step. More specifically, we could start from the integration and testing of the following elements:</a:t>
            </a:r>
            <a:endParaRPr lang="it-IT" sz="1600">
              <a:latin typeface="Calibri"/>
              <a:cs typeface="Times New Roman"/>
            </a:endParaRPr>
          </a:p>
          <a:p>
            <a:pPr algn="just"/>
            <a:r>
              <a:rPr lang="en-US" sz="1600" err="1">
                <a:latin typeface="Calibri"/>
                <a:cs typeface="Times New Roman"/>
              </a:rPr>
              <a:t>PublicationManager</a:t>
            </a:r>
            <a:r>
              <a:rPr lang="en-US" sz="1600">
                <a:latin typeface="Calibri"/>
                <a:cs typeface="Times New Roman"/>
              </a:rPr>
              <a:t> and </a:t>
            </a:r>
            <a:r>
              <a:rPr lang="en-US" sz="1600" err="1">
                <a:latin typeface="Calibri"/>
                <a:cs typeface="Times New Roman"/>
              </a:rPr>
              <a:t>PublicationStorage</a:t>
            </a:r>
            <a:r>
              <a:rPr lang="en-US" sz="1600">
                <a:latin typeface="Calibri"/>
                <a:cs typeface="Times New Roman"/>
              </a:rPr>
              <a:t>, using a stub for </a:t>
            </a:r>
            <a:r>
              <a:rPr lang="en-US" sz="1600" err="1">
                <a:latin typeface="Calibri"/>
                <a:cs typeface="Times New Roman"/>
              </a:rPr>
              <a:t>NotificationHandler</a:t>
            </a:r>
            <a:r>
              <a:rPr lang="en-US" sz="1600">
                <a:latin typeface="Calibri"/>
                <a:cs typeface="Times New Roman"/>
              </a:rPr>
              <a:t> and a driver for </a:t>
            </a:r>
            <a:r>
              <a:rPr lang="en-US" sz="1600" err="1">
                <a:latin typeface="Calibri"/>
                <a:cs typeface="Times New Roman"/>
              </a:rPr>
              <a:t>PublicationManager</a:t>
            </a:r>
            <a:endParaRPr lang="it-IT" sz="1600">
              <a:latin typeface="Calibri"/>
              <a:cs typeface="Times New Roman"/>
            </a:endParaRPr>
          </a:p>
          <a:p>
            <a:pPr algn="just"/>
            <a:r>
              <a:rPr lang="en-US" sz="1600" err="1">
                <a:latin typeface="Calibri"/>
                <a:cs typeface="Times New Roman"/>
              </a:rPr>
              <a:t>GroupManager</a:t>
            </a:r>
            <a:r>
              <a:rPr lang="en-US" sz="1600">
                <a:latin typeface="Calibri"/>
                <a:cs typeface="Times New Roman"/>
              </a:rPr>
              <a:t> and </a:t>
            </a:r>
            <a:r>
              <a:rPr lang="en-US" sz="1600" err="1">
                <a:latin typeface="Calibri"/>
                <a:cs typeface="Times New Roman"/>
              </a:rPr>
              <a:t>GroupStorage</a:t>
            </a:r>
            <a:r>
              <a:rPr lang="en-US" sz="1600">
                <a:latin typeface="Calibri"/>
                <a:cs typeface="Times New Roman"/>
              </a:rPr>
              <a:t> using a stub for </a:t>
            </a:r>
            <a:r>
              <a:rPr lang="en-US" sz="1600" err="1">
                <a:latin typeface="Calibri"/>
                <a:cs typeface="Times New Roman"/>
              </a:rPr>
              <a:t>NotificationHandler</a:t>
            </a:r>
            <a:r>
              <a:rPr lang="en-US" sz="1600">
                <a:latin typeface="Calibri"/>
                <a:cs typeface="Times New Roman"/>
              </a:rPr>
              <a:t> and a driver for </a:t>
            </a:r>
            <a:r>
              <a:rPr lang="en-US" sz="1600" err="1">
                <a:latin typeface="Calibri"/>
                <a:cs typeface="Times New Roman"/>
              </a:rPr>
              <a:t>GroupManager</a:t>
            </a:r>
            <a:endParaRPr lang="it-IT" sz="1600">
              <a:latin typeface="Calibri"/>
              <a:cs typeface="Times New Roman"/>
            </a:endParaRPr>
          </a:p>
          <a:p>
            <a:pPr algn="just"/>
            <a:r>
              <a:rPr lang="en-US" sz="1600" err="1">
                <a:latin typeface="Calibri"/>
                <a:cs typeface="Times New Roman"/>
              </a:rPr>
              <a:t>ChatManager</a:t>
            </a:r>
            <a:r>
              <a:rPr lang="en-US" sz="1600">
                <a:latin typeface="Calibri"/>
                <a:cs typeface="Times New Roman"/>
              </a:rPr>
              <a:t> and </a:t>
            </a:r>
            <a:r>
              <a:rPr lang="en-US" sz="1600" err="1">
                <a:latin typeface="Calibri"/>
                <a:cs typeface="Times New Roman"/>
              </a:rPr>
              <a:t>ChatStorage</a:t>
            </a:r>
            <a:r>
              <a:rPr lang="en-US" sz="1600">
                <a:latin typeface="Calibri"/>
                <a:cs typeface="Times New Roman"/>
              </a:rPr>
              <a:t> using a stub for </a:t>
            </a:r>
            <a:r>
              <a:rPr lang="en-US" sz="1600" err="1">
                <a:latin typeface="Calibri"/>
                <a:cs typeface="Times New Roman"/>
              </a:rPr>
              <a:t>NotificationHandler</a:t>
            </a:r>
            <a:r>
              <a:rPr lang="en-US" sz="1600">
                <a:latin typeface="Calibri"/>
                <a:cs typeface="Times New Roman"/>
              </a:rPr>
              <a:t> and a driver for </a:t>
            </a:r>
            <a:r>
              <a:rPr lang="en-US" sz="1600" err="1">
                <a:latin typeface="Calibri"/>
                <a:cs typeface="Times New Roman"/>
              </a:rPr>
              <a:t>ChatManager</a:t>
            </a:r>
            <a:r>
              <a:rPr lang="en-US" sz="1600">
                <a:latin typeface="Calibri"/>
                <a:cs typeface="Times New Roman"/>
              </a:rPr>
              <a:t>.</a:t>
            </a:r>
            <a:endParaRPr lang="it-IT" sz="1600">
              <a:latin typeface="Calibri"/>
              <a:cs typeface="Times New Roman"/>
            </a:endParaRPr>
          </a:p>
          <a:p>
            <a:pPr marL="0" indent="0" algn="just">
              <a:buNone/>
            </a:pPr>
            <a:r>
              <a:rPr lang="en-US" sz="1600">
                <a:latin typeface="Calibri"/>
                <a:cs typeface="Times New Roman"/>
              </a:rPr>
              <a:t>These three integration steps could be performed even in parallel if we can organize the development team in three disjoint </a:t>
            </a:r>
            <a:r>
              <a:rPr lang="en-US" sz="1600" err="1">
                <a:latin typeface="Calibri"/>
                <a:cs typeface="Times New Roman"/>
              </a:rPr>
              <a:t>subteams</a:t>
            </a:r>
            <a:r>
              <a:rPr lang="en-US" sz="1600">
                <a:latin typeface="Calibri"/>
                <a:cs typeface="Times New Roman"/>
              </a:rPr>
              <a:t>.</a:t>
            </a:r>
            <a:endParaRPr lang="it-IT" sz="1600">
              <a:latin typeface="Calibri"/>
              <a:cs typeface="Times New Roman"/>
            </a:endParaRPr>
          </a:p>
          <a:p>
            <a:pPr marL="0" indent="0" algn="just">
              <a:buNone/>
            </a:pPr>
            <a:r>
              <a:rPr lang="en-US" sz="1600">
                <a:latin typeface="Calibri"/>
                <a:cs typeface="Times New Roman"/>
              </a:rPr>
              <a:t>Then, we could proceed as follows:</a:t>
            </a:r>
            <a:endParaRPr lang="it-IT" sz="1600">
              <a:latin typeface="Calibri"/>
              <a:cs typeface="Times New Roman"/>
            </a:endParaRPr>
          </a:p>
          <a:p>
            <a:pPr algn="just"/>
            <a:r>
              <a:rPr lang="en-US" sz="1600">
                <a:latin typeface="Calibri"/>
                <a:cs typeface="Times New Roman"/>
              </a:rPr>
              <a:t>Integration of </a:t>
            </a:r>
            <a:r>
              <a:rPr lang="en-US" sz="1600" err="1">
                <a:latin typeface="Calibri"/>
                <a:cs typeface="Times New Roman"/>
              </a:rPr>
              <a:t>StudentApp</a:t>
            </a:r>
            <a:r>
              <a:rPr lang="en-US" sz="1600">
                <a:latin typeface="Calibri"/>
                <a:cs typeface="Times New Roman"/>
              </a:rPr>
              <a:t> with </a:t>
            </a:r>
            <a:r>
              <a:rPr lang="en-US" sz="1600" err="1">
                <a:latin typeface="Calibri"/>
                <a:cs typeface="Times New Roman"/>
              </a:rPr>
              <a:t>PublicationManager</a:t>
            </a:r>
            <a:r>
              <a:rPr lang="en-US" sz="1600">
                <a:latin typeface="Calibri"/>
                <a:cs typeface="Times New Roman"/>
              </a:rPr>
              <a:t> using a driver to replace the </a:t>
            </a:r>
            <a:r>
              <a:rPr lang="en-US" sz="1600" err="1">
                <a:latin typeface="Calibri"/>
                <a:cs typeface="Times New Roman"/>
              </a:rPr>
              <a:t>NotificationHandler</a:t>
            </a:r>
            <a:endParaRPr lang="it-IT" sz="1600">
              <a:latin typeface="Calibri"/>
              <a:cs typeface="Times New Roman"/>
            </a:endParaRPr>
          </a:p>
          <a:p>
            <a:pPr algn="just"/>
            <a:r>
              <a:rPr lang="en-US" sz="1600">
                <a:latin typeface="Calibri"/>
                <a:cs typeface="Times New Roman"/>
              </a:rPr>
              <a:t>Integration of </a:t>
            </a:r>
            <a:r>
              <a:rPr lang="en-US" sz="1600" err="1">
                <a:latin typeface="Calibri"/>
                <a:cs typeface="Times New Roman"/>
              </a:rPr>
              <a:t>StudentApp</a:t>
            </a:r>
            <a:r>
              <a:rPr lang="en-US" sz="1600">
                <a:latin typeface="Calibri"/>
                <a:cs typeface="Times New Roman"/>
              </a:rPr>
              <a:t> with </a:t>
            </a:r>
            <a:r>
              <a:rPr lang="en-US" sz="1600" err="1">
                <a:latin typeface="Calibri"/>
                <a:cs typeface="Times New Roman"/>
              </a:rPr>
              <a:t>GroupManager</a:t>
            </a:r>
            <a:r>
              <a:rPr lang="en-US" sz="1600">
                <a:latin typeface="Calibri"/>
                <a:cs typeface="Times New Roman"/>
              </a:rPr>
              <a:t> using a driver to replace the </a:t>
            </a:r>
            <a:r>
              <a:rPr lang="en-US" sz="1600" err="1">
                <a:latin typeface="Calibri"/>
                <a:cs typeface="Times New Roman"/>
              </a:rPr>
              <a:t>NotificationHandler</a:t>
            </a:r>
            <a:endParaRPr lang="it-IT" sz="1600">
              <a:latin typeface="Calibri"/>
              <a:cs typeface="Times New Roman"/>
            </a:endParaRPr>
          </a:p>
          <a:p>
            <a:pPr algn="just"/>
            <a:r>
              <a:rPr lang="en-US" sz="1600">
                <a:latin typeface="Calibri"/>
                <a:cs typeface="Times New Roman"/>
              </a:rPr>
              <a:t>Integration of </a:t>
            </a:r>
            <a:r>
              <a:rPr lang="en-US" sz="1600" err="1">
                <a:latin typeface="Calibri"/>
                <a:cs typeface="Times New Roman"/>
              </a:rPr>
              <a:t>StudentApp</a:t>
            </a:r>
            <a:r>
              <a:rPr lang="en-US" sz="1600">
                <a:latin typeface="Calibri"/>
                <a:cs typeface="Times New Roman"/>
              </a:rPr>
              <a:t> with </a:t>
            </a:r>
            <a:r>
              <a:rPr lang="en-US" sz="1600" err="1">
                <a:latin typeface="Calibri"/>
                <a:cs typeface="Times New Roman"/>
              </a:rPr>
              <a:t>ChatManager</a:t>
            </a:r>
            <a:r>
              <a:rPr lang="en-US" sz="1600">
                <a:latin typeface="Calibri"/>
                <a:cs typeface="Times New Roman"/>
              </a:rPr>
              <a:t> using a driver to replace the </a:t>
            </a:r>
            <a:r>
              <a:rPr lang="en-US" sz="1600" err="1">
                <a:latin typeface="Calibri"/>
                <a:cs typeface="Times New Roman"/>
              </a:rPr>
              <a:t>NotificationHandler</a:t>
            </a:r>
            <a:endParaRPr lang="it-IT" sz="1600">
              <a:latin typeface="Calibri"/>
              <a:cs typeface="Times New Roman"/>
            </a:endParaRPr>
          </a:p>
          <a:p>
            <a:pPr marL="0" indent="0" algn="just">
              <a:buNone/>
            </a:pPr>
            <a:r>
              <a:rPr lang="en-US" sz="1600">
                <a:latin typeface="Calibri"/>
                <a:cs typeface="Times New Roman"/>
              </a:rPr>
              <a:t>At this point we could focus on the integration between the </a:t>
            </a:r>
            <a:r>
              <a:rPr lang="en-US" sz="1600" err="1">
                <a:latin typeface="Calibri"/>
                <a:cs typeface="Times New Roman"/>
              </a:rPr>
              <a:t>NotificationHandler</a:t>
            </a:r>
            <a:r>
              <a:rPr lang="en-US" sz="1600">
                <a:latin typeface="Calibri"/>
                <a:cs typeface="Times New Roman"/>
              </a:rPr>
              <a:t> and the </a:t>
            </a:r>
            <a:r>
              <a:rPr lang="en-US" sz="1600" err="1">
                <a:latin typeface="Calibri"/>
                <a:cs typeface="Times New Roman"/>
              </a:rPr>
              <a:t>StudentApp</a:t>
            </a:r>
            <a:r>
              <a:rPr lang="en-US" sz="1600">
                <a:latin typeface="Calibri"/>
                <a:cs typeface="Times New Roman"/>
              </a:rPr>
              <a:t> and, finally, we could proceed with the integration and testing of the </a:t>
            </a:r>
            <a:r>
              <a:rPr lang="en-US" sz="1600" err="1">
                <a:latin typeface="Calibri"/>
                <a:cs typeface="Times New Roman"/>
              </a:rPr>
              <a:t>ProfessorApp</a:t>
            </a:r>
            <a:r>
              <a:rPr lang="en-US" sz="1600">
                <a:latin typeface="Calibri"/>
                <a:cs typeface="Times New Roman"/>
              </a:rPr>
              <a:t> and </a:t>
            </a:r>
            <a:r>
              <a:rPr lang="en-US" sz="1600" err="1">
                <a:latin typeface="Calibri"/>
                <a:cs typeface="Times New Roman"/>
              </a:rPr>
              <a:t>PublicationManager</a:t>
            </a:r>
            <a:r>
              <a:rPr lang="en-US" sz="1600">
                <a:latin typeface="Calibri"/>
                <a:cs typeface="Times New Roman"/>
              </a:rPr>
              <a:t>, </a:t>
            </a:r>
            <a:r>
              <a:rPr lang="en-US" sz="1600" err="1">
                <a:latin typeface="Calibri"/>
                <a:cs typeface="Times New Roman"/>
              </a:rPr>
              <a:t>GroupManager</a:t>
            </a:r>
            <a:r>
              <a:rPr lang="en-US" sz="1600">
                <a:latin typeface="Calibri"/>
                <a:cs typeface="Times New Roman"/>
              </a:rPr>
              <a:t>, and </a:t>
            </a:r>
            <a:r>
              <a:rPr lang="en-US" sz="1600" err="1">
                <a:latin typeface="Calibri"/>
                <a:cs typeface="Times New Roman"/>
              </a:rPr>
              <a:t>ChatManager</a:t>
            </a:r>
            <a:r>
              <a:rPr lang="en-US" sz="1600">
                <a:latin typeface="Calibri"/>
                <a:cs typeface="Times New Roman"/>
              </a:rPr>
              <a:t>, respectively, followed by the integration between the </a:t>
            </a:r>
            <a:r>
              <a:rPr lang="en-US" sz="1600" err="1">
                <a:latin typeface="Calibri"/>
                <a:cs typeface="Times New Roman"/>
              </a:rPr>
              <a:t>NotificationHandler</a:t>
            </a:r>
            <a:r>
              <a:rPr lang="en-US" sz="1600">
                <a:latin typeface="Calibri"/>
                <a:cs typeface="Times New Roman"/>
              </a:rPr>
              <a:t> and the </a:t>
            </a:r>
            <a:r>
              <a:rPr lang="en-US" sz="1600" err="1">
                <a:latin typeface="Calibri"/>
                <a:cs typeface="Times New Roman"/>
              </a:rPr>
              <a:t>ProfessorApp</a:t>
            </a:r>
            <a:r>
              <a:rPr lang="en-US" sz="1600">
                <a:latin typeface="Calibri"/>
                <a:cs typeface="Times New Roman"/>
              </a:rPr>
              <a:t>.</a:t>
            </a:r>
            <a:endParaRPr lang="it-IT" sz="1600">
              <a:latin typeface="Calibri"/>
              <a:cs typeface="Times New Roman"/>
            </a:endParaRPr>
          </a:p>
          <a:p>
            <a:endParaRPr lang="it-IT" sz="1600">
              <a:cs typeface="Calibri"/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BB57D81-3ED2-208D-4396-F6A8F1A9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0DCBF-6A0F-2A4A-812C-7CF1FBB50149}" type="slidenum">
              <a:rPr lang="en-IT" smtClean="0"/>
              <a:t>45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56988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Software Engineering 2</vt:lpstr>
      <vt:lpstr>Verification &amp; Validation</vt:lpstr>
      <vt:lpstr>Exercise 1</vt:lpstr>
      <vt:lpstr>Exercise 1</vt:lpstr>
      <vt:lpstr>Exercise 1</vt:lpstr>
      <vt:lpstr>Exercise 1</vt:lpstr>
      <vt:lpstr>Exercise 1</vt:lpstr>
      <vt:lpstr>Exercise 1</vt:lpstr>
      <vt:lpstr>Exercise 2</vt:lpstr>
      <vt:lpstr>Exercise 2</vt:lpstr>
      <vt:lpstr>Exercise 2</vt:lpstr>
      <vt:lpstr>Exercise 2</vt:lpstr>
      <vt:lpstr>Exercise 2</vt:lpstr>
      <vt:lpstr>Exercise 2</vt:lpstr>
      <vt:lpstr>Exercise 2</vt:lpstr>
      <vt:lpstr>Exercise 2</vt:lpstr>
      <vt:lpstr>Exercise 2</vt:lpstr>
      <vt:lpstr>Exercise 2</vt:lpstr>
      <vt:lpstr>Exercise 2</vt:lpstr>
      <vt:lpstr>Exercise 2</vt:lpstr>
      <vt:lpstr>Exercise 2</vt:lpstr>
      <vt:lpstr>Exercise 2</vt:lpstr>
      <vt:lpstr>Exercise 2</vt:lpstr>
      <vt:lpstr>Exercise 2</vt:lpstr>
      <vt:lpstr>Exercise 2</vt:lpstr>
      <vt:lpstr>Exercise 3</vt:lpstr>
      <vt:lpstr>Exercise 3</vt:lpstr>
      <vt:lpstr>Exercise 3</vt:lpstr>
      <vt:lpstr>Exercise 3</vt:lpstr>
      <vt:lpstr>Exercise 3</vt:lpstr>
      <vt:lpstr>Exercise 3</vt:lpstr>
      <vt:lpstr>Exercise 3</vt:lpstr>
      <vt:lpstr>Exercise 4</vt:lpstr>
      <vt:lpstr>Exercise 4</vt:lpstr>
      <vt:lpstr>Exercise 4</vt:lpstr>
      <vt:lpstr>Exercise 4</vt:lpstr>
      <vt:lpstr>Exercise 4</vt:lpstr>
      <vt:lpstr>Exercise 4</vt:lpstr>
      <vt:lpstr>Exercise 4</vt:lpstr>
      <vt:lpstr>Integration Testing</vt:lpstr>
      <vt:lpstr>Integration Testing</vt:lpstr>
      <vt:lpstr>Integration Testing</vt:lpstr>
      <vt:lpstr>Integration Testing</vt:lpstr>
      <vt:lpstr>Integration Testing: Solution</vt:lpstr>
      <vt:lpstr>Integration Testing: 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Matteo Camilli</dc:creator>
  <cp:revision>1</cp:revision>
  <cp:lastPrinted>2023-07-04T15:11:55Z</cp:lastPrinted>
  <dcterms:created xsi:type="dcterms:W3CDTF">2023-07-04T14:36:47Z</dcterms:created>
  <dcterms:modified xsi:type="dcterms:W3CDTF">2024-12-17T20:54:31Z</dcterms:modified>
</cp:coreProperties>
</file>